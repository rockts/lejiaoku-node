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10.fntdata" ContentType="application/x-fontdata"/>
  <Override PartName="/ppt/fonts/font11.fntdata" ContentType="application/x-fontdata"/>
  <Override PartName="/ppt/fonts/font12.fntdata" ContentType="application/x-fontdata"/>
  <Override PartName="/ppt/fonts/font13.fntdata" ContentType="application/x-fontdata"/>
  <Override PartName="/ppt/fonts/font14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fonts/font9.fntdata" ContentType="application/x-fontdata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  <p:sldMasterId id="2147483667" r:id="rId3"/>
  </p:sldMasterIdLst>
  <p:notesMasterIdLst>
    <p:notesMasterId r:id="rId5"/>
  </p:notesMasterIdLst>
  <p:handoutMasterIdLst>
    <p:handoutMasterId r:id="rId24"/>
  </p:handoutMasterIdLst>
  <p:sldIdLst>
    <p:sldId id="265" r:id="rId4"/>
    <p:sldId id="264" r:id="rId6"/>
    <p:sldId id="266" r:id="rId7"/>
    <p:sldId id="337" r:id="rId8"/>
    <p:sldId id="307" r:id="rId9"/>
    <p:sldId id="308" r:id="rId10"/>
    <p:sldId id="338" r:id="rId11"/>
    <p:sldId id="339" r:id="rId12"/>
    <p:sldId id="311" r:id="rId13"/>
    <p:sldId id="340" r:id="rId14"/>
    <p:sldId id="326" r:id="rId15"/>
    <p:sldId id="327" r:id="rId16"/>
    <p:sldId id="341" r:id="rId17"/>
    <p:sldId id="289" r:id="rId18"/>
    <p:sldId id="290" r:id="rId19"/>
    <p:sldId id="342" r:id="rId20"/>
    <p:sldId id="299" r:id="rId21"/>
    <p:sldId id="352" r:id="rId22"/>
    <p:sldId id="258" r:id="rId23"/>
  </p:sldIdLst>
  <p:sldSz cx="12192000" cy="6858000"/>
  <p:notesSz cx="6858000" cy="9144000"/>
  <p:embeddedFontLst>
    <p:embeddedFont>
      <p:font typeface="微软雅黑" panose="020B0503020204020204" charset="-122"/>
      <p:regular r:id="rId28"/>
    </p:embeddedFont>
    <p:embeddedFont>
      <p:font typeface="华康勘亭流W9" panose="03000909000000000000" charset="-122"/>
      <p:regular r:id="rId29"/>
    </p:embeddedFont>
    <p:embeddedFont>
      <p:font typeface="黑体" panose="02010609060101010101" charset="-122"/>
      <p:regular r:id="rId30"/>
    </p:embeddedFont>
    <p:embeddedFont>
      <p:font typeface="楷体" panose="02010609060101010101" charset="-122"/>
      <p:regular r:id="rId31"/>
    </p:embeddedFont>
    <p:embeddedFont>
      <p:font typeface="GB Pinyinok-D" panose="02010601030101010101" charset="-122"/>
      <p:regular r:id="rId32"/>
    </p:embeddedFont>
    <p:embeddedFont>
      <p:font typeface="楷体_GB2312" panose="02010609030101010101" charset="-122"/>
      <p:regular r:id="rId33"/>
    </p:embeddedFont>
    <p:embeddedFont>
      <p:font typeface="汉仪中楷简" panose="02010604000101010101" charset="-122"/>
      <p:regular r:id="rId34"/>
    </p:embeddedFont>
    <p:embeddedFont>
      <p:font typeface="隶书" panose="02010509060101010101" charset="-122"/>
      <p:regular r:id="rId35"/>
    </p:embeddedFont>
    <p:embeddedFont>
      <p:font typeface="文鼎ＰＯＰ－４" panose="020B0602010101010101" charset="-122"/>
      <p:regular r:id="rId36"/>
    </p:embeddedFont>
    <p:embeddedFont>
      <p:font typeface="仿宋" panose="02010609060101010101" charset="-122"/>
      <p:regular r:id="rId37"/>
    </p:embeddedFont>
    <p:embeddedFont>
      <p:font typeface="Calibri" panose="020F0502020204030204" charset="0"/>
      <p:regular r:id="rId38"/>
      <p:bold r:id="rId39"/>
      <p:italic r:id="rId40"/>
      <p:boldItalic r:id="rId41"/>
    </p:embeddedFont>
  </p:embeddedFontLst>
  <p:defaultTextStyle>
    <a:defPPr>
      <a:defRPr lang="zh-CN"/>
    </a:defPPr>
    <a:lvl1pPr marL="0" lvl="0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Arial" panose="020B0604020202020204" pitchFamily="34" charset="0"/>
        <a:ea typeface="微软雅黑" panose="020B0503020204020204" charset="-122"/>
        <a:cs typeface="+mn-cs"/>
      </a:defRPr>
    </a:lvl1pPr>
    <a:lvl2pPr marL="457200" lvl="1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Arial" panose="020B0604020202020204" pitchFamily="34" charset="0"/>
        <a:ea typeface="微软雅黑" panose="020B0503020204020204" charset="-122"/>
        <a:cs typeface="+mn-cs"/>
      </a:defRPr>
    </a:lvl2pPr>
    <a:lvl3pPr marL="914400" lvl="2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Arial" panose="020B0604020202020204" pitchFamily="34" charset="0"/>
        <a:ea typeface="微软雅黑" panose="020B0503020204020204" charset="-122"/>
        <a:cs typeface="+mn-cs"/>
      </a:defRPr>
    </a:lvl3pPr>
    <a:lvl4pPr marL="1371600" lvl="3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Arial" panose="020B0604020202020204" pitchFamily="34" charset="0"/>
        <a:ea typeface="微软雅黑" panose="020B0503020204020204" charset="-122"/>
        <a:cs typeface="+mn-cs"/>
      </a:defRPr>
    </a:lvl4pPr>
    <a:lvl5pPr marL="1828800" lvl="4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Arial" panose="020B0604020202020204" pitchFamily="34" charset="0"/>
        <a:ea typeface="微软雅黑" panose="020B0503020204020204" charset="-122"/>
        <a:cs typeface="+mn-cs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Arial" panose="020B0604020202020204" pitchFamily="34" charset="0"/>
        <a:ea typeface="微软雅黑" panose="020B0503020204020204" charset="-122"/>
        <a:cs typeface="+mn-cs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Arial" panose="020B0604020202020204" pitchFamily="34" charset="0"/>
        <a:ea typeface="微软雅黑" panose="020B0503020204020204" charset="-122"/>
        <a:cs typeface="+mn-cs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Arial" panose="020B0604020202020204" pitchFamily="34" charset="0"/>
        <a:ea typeface="微软雅黑" panose="020B0503020204020204" charset="-122"/>
        <a:cs typeface="+mn-cs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Arial" panose="020B0604020202020204" pitchFamily="34" charset="0"/>
        <a:ea typeface="微软雅黑" panose="020B0503020204020204" charset="-122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F2A06"/>
    <a:srgbClr val="3B403E"/>
    <a:srgbClr val="FB3E18"/>
    <a:srgbClr val="7030A1"/>
    <a:srgbClr val="E68200"/>
    <a:srgbClr val="4251B4"/>
    <a:srgbClr val="002060"/>
    <a:srgbClr val="E8F0C2"/>
    <a:srgbClr val="535353"/>
    <a:srgbClr val="C55A1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3778"/>
    <p:restoredTop sz="94660"/>
  </p:normalViewPr>
  <p:slideViewPr>
    <p:cSldViewPr snapToGrid="0" showGuides="1">
      <p:cViewPr varScale="1">
        <p:scale>
          <a:sx n="78" d="100"/>
          <a:sy n="78" d="100"/>
        </p:scale>
        <p:origin x="654" y="54"/>
      </p:cViewPr>
      <p:guideLst>
        <p:guide orient="horz" pos="2162"/>
        <p:guide pos="398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5" cy="72005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1" Type="http://schemas.openxmlformats.org/officeDocument/2006/relationships/font" Target="fonts/font14.fntdata"/><Relationship Id="rId40" Type="http://schemas.openxmlformats.org/officeDocument/2006/relationships/font" Target="fonts/font13.fntdata"/><Relationship Id="rId4" Type="http://schemas.openxmlformats.org/officeDocument/2006/relationships/slide" Target="slides/slide1.xml"/><Relationship Id="rId39" Type="http://schemas.openxmlformats.org/officeDocument/2006/relationships/font" Target="fonts/font12.fntdata"/><Relationship Id="rId38" Type="http://schemas.openxmlformats.org/officeDocument/2006/relationships/font" Target="fonts/font11.fntdata"/><Relationship Id="rId37" Type="http://schemas.openxmlformats.org/officeDocument/2006/relationships/font" Target="fonts/font10.fntdata"/><Relationship Id="rId36" Type="http://schemas.openxmlformats.org/officeDocument/2006/relationships/font" Target="fonts/font9.fntdata"/><Relationship Id="rId35" Type="http://schemas.openxmlformats.org/officeDocument/2006/relationships/font" Target="fonts/font8.fntdata"/><Relationship Id="rId34" Type="http://schemas.openxmlformats.org/officeDocument/2006/relationships/font" Target="fonts/font7.fntdata"/><Relationship Id="rId33" Type="http://schemas.openxmlformats.org/officeDocument/2006/relationships/font" Target="fonts/font6.fntdata"/><Relationship Id="rId32" Type="http://schemas.openxmlformats.org/officeDocument/2006/relationships/font" Target="fonts/font5.fntdata"/><Relationship Id="rId31" Type="http://schemas.openxmlformats.org/officeDocument/2006/relationships/font" Target="fonts/font4.fntdata"/><Relationship Id="rId30" Type="http://schemas.openxmlformats.org/officeDocument/2006/relationships/font" Target="fonts/font3.fntdata"/><Relationship Id="rId3" Type="http://schemas.openxmlformats.org/officeDocument/2006/relationships/slideMaster" Target="slideMasters/slideMaster2.xml"/><Relationship Id="rId29" Type="http://schemas.openxmlformats.org/officeDocument/2006/relationships/font" Target="fonts/font2.fntdata"/><Relationship Id="rId28" Type="http://schemas.openxmlformats.org/officeDocument/2006/relationships/font" Target="fonts/font1.fntdata"/><Relationship Id="rId27" Type="http://schemas.openxmlformats.org/officeDocument/2006/relationships/tableStyles" Target="tableStyles.xml"/><Relationship Id="rId26" Type="http://schemas.openxmlformats.org/officeDocument/2006/relationships/viewProps" Target="viewProps.xml"/><Relationship Id="rId25" Type="http://schemas.openxmlformats.org/officeDocument/2006/relationships/presProps" Target="presProps.xml"/><Relationship Id="rId24" Type="http://schemas.openxmlformats.org/officeDocument/2006/relationships/handoutMaster" Target="handoutMasters/handoutMaster1.xml"/><Relationship Id="rId23" Type="http://schemas.openxmlformats.org/officeDocument/2006/relationships/slide" Target="slides/slide19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fontAlgn="auto"/>
            <a:endParaRPr lang="zh-CN" altLang="en-US" strike="noStrike" noProof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fontAlgn="auto"/>
            <a:fld id="{0F9B84EA-7D68-4D60-9CB1-D50884785D1C}" type="datetimeFigureOut">
              <a:rPr lang="zh-CN" altLang="en-US" strike="noStrike" noProof="1" smtClean="0">
                <a:latin typeface="微软雅黑" panose="020B0503020204020204" charset="-122"/>
                <a:ea typeface="微软雅黑" panose="020B0503020204020204" charset="-122"/>
                <a:cs typeface="+mn-cs"/>
              </a:rPr>
            </a:fld>
            <a:endParaRPr lang="zh-CN" altLang="en-US" strike="noStrike" noProof="1" smtClean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fontAlgn="auto"/>
            <a:endParaRPr lang="zh-CN" altLang="en-US" strike="noStrike" noProof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fontAlgn="auto"/>
            <a:fld id="{8D4E0FC9-F1F8-4FAE-9988-3BA365CFD46F}" type="slidenum">
              <a:rPr lang="zh-CN" altLang="en-US" strike="noStrike" noProof="1" smtClean="0">
                <a:latin typeface="微软雅黑" panose="020B0503020204020204" charset="-122"/>
                <a:ea typeface="微软雅黑" panose="020B0503020204020204" charset="-122"/>
                <a:cs typeface="+mn-cs"/>
              </a:rPr>
            </a:fld>
            <a:endParaRPr lang="zh-CN" altLang="en-US" strike="noStrike" noProof="1" smtClean="0"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fontAlgn="auto"/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fontAlgn="auto"/>
            <a:fld id="{1AC49D05-6128-4D0D-A32A-06A5E73B386C}" type="datetimeFigureOut">
              <a:rPr lang="zh-CN" altLang="en-US" strike="noStrike" noProof="1" smtClean="0">
                <a:latin typeface="微软雅黑" panose="020B0503020204020204" charset="-122"/>
                <a:ea typeface="微软雅黑" panose="020B0503020204020204" charset="-122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27652" name="幻灯片图像占位符 3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27653" name="备注占位符 4"/>
          <p:cNvSpPr>
            <a:spLocks noGrp="1"/>
          </p:cNvSpPr>
          <p:nvPr>
            <p:ph type="body" sz="quarter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t"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 indent="0"/>
            <a:r>
              <a:rPr lang="zh-CN" altLang="en-US"/>
              <a:t>第二级</a:t>
            </a:r>
            <a:endParaRPr lang="zh-CN" altLang="en-US"/>
          </a:p>
          <a:p>
            <a:pPr lvl="2" indent="0"/>
            <a:r>
              <a:rPr lang="zh-CN" altLang="en-US"/>
              <a:t>第三级</a:t>
            </a:r>
            <a:endParaRPr lang="zh-CN" altLang="en-US"/>
          </a:p>
          <a:p>
            <a:pPr lvl="3" indent="0"/>
            <a:r>
              <a:rPr lang="zh-CN" altLang="en-US"/>
              <a:t>第四级</a:t>
            </a:r>
            <a:endParaRPr lang="zh-CN" altLang="en-US"/>
          </a:p>
          <a:p>
            <a:pPr lvl="4" indent="0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fontAlgn="auto"/>
            <a:endParaRPr lang="zh-CN" altLang="en-US" strike="noStrike" noProof="1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fontAlgn="auto"/>
            <a:fld id="{5849F42C-2DAE-424C-A4B8-3140182C3E9F}" type="slidenum">
              <a:rPr lang="zh-CN" altLang="en-US" strike="noStrike" noProof="1" smtClean="0">
                <a:latin typeface="微软雅黑" panose="020B0503020204020204" charset="-122"/>
                <a:ea typeface="微软雅黑" panose="020B0503020204020204" charset="-122"/>
                <a:cs typeface="+mn-cs"/>
              </a:rPr>
            </a:fld>
            <a:endParaRPr lang="zh-CN" altLang="en-US" strike="noStrike" noProof="1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6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4817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4818" name="备注占位符 2"/>
          <p:cNvSpPr>
            <a:spLocks noGrp="1"/>
          </p:cNvSpPr>
          <p:nvPr>
            <p:ph type="body"/>
          </p:nvPr>
        </p:nvSpPr>
        <p:spPr/>
        <p:txBody>
          <a:bodyPr lIns="91440" tIns="45720" rIns="91440" bIns="45720" anchor="t"/>
          <a:p>
            <a:pPr lvl="0"/>
            <a:endParaRPr lang="zh-CN" altLang="en-US"/>
          </a:p>
        </p:txBody>
      </p:sp>
      <p:sp>
        <p:nvSpPr>
          <p:cNvPr id="34819" name="灯片编号占位符 3"/>
          <p:cNvSpPr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b"/>
          <a:p>
            <a:pPr lvl="0" algn="r"/>
            <a:fld id="{9A0DB2DC-4C9A-4742-B13C-FB6460FD3503}" type="slidenum">
              <a:rPr lang="zh-CN" altLang="en-US" sz="1200">
                <a:latin typeface="微软雅黑" panose="020B0503020204020204" charset="-122"/>
                <a:ea typeface="微软雅黑" panose="020B0503020204020204" charset="-122"/>
              </a:rPr>
            </a:fld>
            <a:endParaRPr lang="zh-CN" altLang="en-US" sz="1200"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/>
          </p:nvPr>
        </p:nvSpPr>
        <p:spPr/>
      </p:sp>
      <p:sp>
        <p:nvSpPr>
          <p:cNvPr id="3" name="文本占位符 2"/>
          <p:cNvSpPr/>
          <p:nvPr>
            <p:ph type="body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9" Type="http://schemas.openxmlformats.org/officeDocument/2006/relationships/image" Target="../media/image8.jpeg"/><Relationship Id="rId8" Type="http://schemas.openxmlformats.org/officeDocument/2006/relationships/image" Target="../media/image7.png"/><Relationship Id="rId7" Type="http://schemas.openxmlformats.org/officeDocument/2006/relationships/image" Target="../media/image6.png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3" Type="http://schemas.openxmlformats.org/officeDocument/2006/relationships/image" Target="../media/image12.png"/><Relationship Id="rId12" Type="http://schemas.openxmlformats.org/officeDocument/2006/relationships/image" Target="../media/image11.jpeg"/><Relationship Id="rId11" Type="http://schemas.openxmlformats.org/officeDocument/2006/relationships/image" Target="../media/image10.jpeg"/><Relationship Id="rId10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9" Type="http://schemas.openxmlformats.org/officeDocument/2006/relationships/image" Target="../media/image27.png"/><Relationship Id="rId8" Type="http://schemas.openxmlformats.org/officeDocument/2006/relationships/image" Target="../media/image26.jpeg"/><Relationship Id="rId7" Type="http://schemas.openxmlformats.org/officeDocument/2006/relationships/image" Target="../media/image25.jpeg"/><Relationship Id="rId6" Type="http://schemas.openxmlformats.org/officeDocument/2006/relationships/image" Target="../media/image24.jpeg"/><Relationship Id="rId5" Type="http://schemas.openxmlformats.org/officeDocument/2006/relationships/image" Target="../media/image23.png"/><Relationship Id="rId4" Type="http://schemas.openxmlformats.org/officeDocument/2006/relationships/image" Target="../media/image22.png"/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9" Type="http://schemas.openxmlformats.org/officeDocument/2006/relationships/image" Target="../media/image7.png"/><Relationship Id="rId8" Type="http://schemas.openxmlformats.org/officeDocument/2006/relationships/image" Target="../media/image6.png"/><Relationship Id="rId7" Type="http://schemas.openxmlformats.org/officeDocument/2006/relationships/image" Target="../media/image5.png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3" Type="http://schemas.openxmlformats.org/officeDocument/2006/relationships/image" Target="../media/image1.png"/><Relationship Id="rId2" Type="http://schemas.openxmlformats.org/officeDocument/2006/relationships/image" Target="../media/image29.png"/><Relationship Id="rId15" Type="http://schemas.openxmlformats.org/officeDocument/2006/relationships/image" Target="../media/image28.png"/><Relationship Id="rId14" Type="http://schemas.openxmlformats.org/officeDocument/2006/relationships/image" Target="../media/image12.png"/><Relationship Id="rId13" Type="http://schemas.openxmlformats.org/officeDocument/2006/relationships/image" Target="../media/image11.jpeg"/><Relationship Id="rId12" Type="http://schemas.openxmlformats.org/officeDocument/2006/relationships/image" Target="../media/image10.jpeg"/><Relationship Id="rId11" Type="http://schemas.openxmlformats.org/officeDocument/2006/relationships/image" Target="../media/image9.jpeg"/><Relationship Id="rId10" Type="http://schemas.openxmlformats.org/officeDocument/2006/relationships/image" Target="../media/image8.jpe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4" Type="http://schemas.openxmlformats.org/officeDocument/2006/relationships/image" Target="../media/image14.png"/><Relationship Id="rId3" Type="http://schemas.openxmlformats.org/officeDocument/2006/relationships/image" Target="../media/image13.png"/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4" Type="http://schemas.openxmlformats.org/officeDocument/2006/relationships/image" Target="../media/image16.png"/><Relationship Id="rId3" Type="http://schemas.openxmlformats.org/officeDocument/2006/relationships/image" Target="../media/image15.png"/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4" Type="http://schemas.openxmlformats.org/officeDocument/2006/relationships/image" Target="../media/image18.png"/><Relationship Id="rId3" Type="http://schemas.openxmlformats.org/officeDocument/2006/relationships/image" Target="../media/image17.png"/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9" Type="http://schemas.openxmlformats.org/officeDocument/2006/relationships/image" Target="../media/image26.jpeg"/><Relationship Id="rId8" Type="http://schemas.openxmlformats.org/officeDocument/2006/relationships/image" Target="../media/image25.jpeg"/><Relationship Id="rId7" Type="http://schemas.openxmlformats.org/officeDocument/2006/relationships/image" Target="../media/image24.jpeg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Relationship Id="rId3" Type="http://schemas.openxmlformats.org/officeDocument/2006/relationships/image" Target="../media/image30.png"/><Relationship Id="rId2" Type="http://schemas.openxmlformats.org/officeDocument/2006/relationships/image" Target="../media/image20.png"/><Relationship Id="rId10" Type="http://schemas.openxmlformats.org/officeDocument/2006/relationships/image" Target="../media/image27.png"/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solidFill>
          <a:srgbClr val="FFF6D3">
            <a:alpha val="7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5" name="图片 99" descr="收人头 额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285413" y="3476625"/>
            <a:ext cx="1547812" cy="221297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076" name="图片 98" descr="图片3.png成功后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916863" y="3827463"/>
            <a:ext cx="1554162" cy="22113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077" name="图片 96" descr="图片3.png煽风点火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658813" y="3721100"/>
            <a:ext cx="1530350" cy="19685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078" name="图片 95" descr="图片2"/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2414588" y="3914775"/>
            <a:ext cx="2743200" cy="21399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5" name="任意多边形 34"/>
          <p:cNvSpPr/>
          <p:nvPr userDrawn="1"/>
        </p:nvSpPr>
        <p:spPr>
          <a:xfrm>
            <a:off x="-11112" y="4422775"/>
            <a:ext cx="12214225" cy="2449513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9235" h="3857">
                <a:moveTo>
                  <a:pt x="19235" y="0"/>
                </a:moveTo>
                <a:lnTo>
                  <a:pt x="19235" y="3857"/>
                </a:lnTo>
                <a:lnTo>
                  <a:pt x="0" y="3857"/>
                </a:lnTo>
                <a:lnTo>
                  <a:pt x="0" y="2460"/>
                </a:lnTo>
                <a:lnTo>
                  <a:pt x="59" y="2472"/>
                </a:lnTo>
                <a:cubicBezTo>
                  <a:pt x="2400" y="2966"/>
                  <a:pt x="5306" y="3154"/>
                  <a:pt x="8431" y="2936"/>
                </a:cubicBezTo>
                <a:cubicBezTo>
                  <a:pt x="12920" y="2622"/>
                  <a:pt x="16843" y="1541"/>
                  <a:pt x="19227" y="131"/>
                </a:cubicBezTo>
                <a:lnTo>
                  <a:pt x="19234" y="127"/>
                </a:lnTo>
                <a:lnTo>
                  <a:pt x="19234" y="1"/>
                </a:lnTo>
                <a:lnTo>
                  <a:pt x="19235" y="0"/>
                </a:lnTo>
                <a:close/>
              </a:path>
            </a:pathLst>
          </a:cu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 fontAlgn="auto"/>
            <a:endParaRPr lang="zh-CN" altLang="en-US" strike="noStrike" noProof="1"/>
          </a:p>
        </p:txBody>
      </p:sp>
      <p:sp>
        <p:nvSpPr>
          <p:cNvPr id="43" name="任意多边形 42"/>
          <p:cNvSpPr/>
          <p:nvPr userDrawn="1"/>
        </p:nvSpPr>
        <p:spPr>
          <a:xfrm>
            <a:off x="-11112" y="4246563"/>
            <a:ext cx="12214225" cy="1443038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9235" h="2272">
                <a:moveTo>
                  <a:pt x="0" y="0"/>
                </a:moveTo>
                <a:lnTo>
                  <a:pt x="16" y="6"/>
                </a:lnTo>
                <a:cubicBezTo>
                  <a:pt x="2400" y="843"/>
                  <a:pt x="5924" y="1374"/>
                  <a:pt x="9856" y="1374"/>
                </a:cubicBezTo>
                <a:cubicBezTo>
                  <a:pt x="13538" y="1374"/>
                  <a:pt x="16862" y="909"/>
                  <a:pt x="19228" y="162"/>
                </a:cubicBezTo>
                <a:lnTo>
                  <a:pt x="19235" y="159"/>
                </a:lnTo>
                <a:lnTo>
                  <a:pt x="19235" y="277"/>
                </a:lnTo>
                <a:lnTo>
                  <a:pt x="19234" y="277"/>
                </a:lnTo>
                <a:cubicBezTo>
                  <a:pt x="16995" y="1469"/>
                  <a:pt x="12773" y="2272"/>
                  <a:pt x="7934" y="2272"/>
                </a:cubicBezTo>
                <a:cubicBezTo>
                  <a:pt x="4986" y="2272"/>
                  <a:pt x="2266" y="1973"/>
                  <a:pt x="84" y="1471"/>
                </a:cubicBezTo>
                <a:lnTo>
                  <a:pt x="0" y="1451"/>
                </a:lnTo>
                <a:lnTo>
                  <a:pt x="0" y="0"/>
                </a:lnTo>
                <a:close/>
              </a:path>
            </a:pathLst>
          </a:custGeom>
          <a:solidFill>
            <a:srgbClr val="CDEFF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/>
            <a:endParaRPr lang="zh-CN" altLang="en-US" strike="noStrike" noProof="1"/>
          </a:p>
        </p:txBody>
      </p:sp>
      <p:sp>
        <p:nvSpPr>
          <p:cNvPr id="57" name="任意多边形 56"/>
          <p:cNvSpPr/>
          <p:nvPr userDrawn="1"/>
        </p:nvSpPr>
        <p:spPr>
          <a:xfrm>
            <a:off x="-11112" y="4422775"/>
            <a:ext cx="12214225" cy="192087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9234" h="3025">
                <a:moveTo>
                  <a:pt x="19234" y="0"/>
                </a:moveTo>
                <a:lnTo>
                  <a:pt x="19234" y="126"/>
                </a:lnTo>
                <a:lnTo>
                  <a:pt x="19227" y="131"/>
                </a:lnTo>
                <a:cubicBezTo>
                  <a:pt x="16843" y="1540"/>
                  <a:pt x="12920" y="2621"/>
                  <a:pt x="8431" y="2935"/>
                </a:cubicBezTo>
                <a:cubicBezTo>
                  <a:pt x="5306" y="3154"/>
                  <a:pt x="2400" y="2966"/>
                  <a:pt x="59" y="2472"/>
                </a:cubicBezTo>
                <a:lnTo>
                  <a:pt x="0" y="2459"/>
                </a:lnTo>
                <a:lnTo>
                  <a:pt x="0" y="1174"/>
                </a:lnTo>
                <a:lnTo>
                  <a:pt x="84" y="1194"/>
                </a:lnTo>
                <a:cubicBezTo>
                  <a:pt x="2266" y="1696"/>
                  <a:pt x="4986" y="1994"/>
                  <a:pt x="7934" y="1994"/>
                </a:cubicBezTo>
                <a:cubicBezTo>
                  <a:pt x="12773" y="1994"/>
                  <a:pt x="16995" y="1191"/>
                  <a:pt x="19234" y="0"/>
                </a:cubicBezTo>
                <a:lnTo>
                  <a:pt x="19234" y="0"/>
                </a:lnTo>
                <a:close/>
              </a:path>
            </a:pathLst>
          </a:custGeom>
          <a:solidFill>
            <a:srgbClr val="B2DC7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/>
            <a:endParaRPr lang="zh-CN" altLang="en-US" strike="noStrike" noProof="1"/>
          </a:p>
        </p:txBody>
      </p:sp>
      <p:pic>
        <p:nvPicPr>
          <p:cNvPr id="3083" name="图片 74" descr="闪电发货"/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9132888" y="1514475"/>
            <a:ext cx="2247900" cy="10890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084" name="图片 76" descr="萨的几率 - 副本"/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323850" y="-304800"/>
            <a:ext cx="4572000" cy="1690688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085" name="图片 79" descr="阿顿时立刻 - 副本"/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500063" y="2974975"/>
            <a:ext cx="763587" cy="419100"/>
          </a:xfrm>
          <a:prstGeom prst="rect">
            <a:avLst/>
          </a:prstGeom>
          <a:noFill/>
          <a:ln w="9525">
            <a:noFill/>
          </a:ln>
        </p:spPr>
      </p:pic>
      <p:cxnSp>
        <p:nvCxnSpPr>
          <p:cNvPr id="85" name="直接连接符 84"/>
          <p:cNvCxnSpPr/>
          <p:nvPr userDrawn="1"/>
        </p:nvCxnSpPr>
        <p:spPr>
          <a:xfrm>
            <a:off x="1130300" y="3133725"/>
            <a:ext cx="53975" cy="139700"/>
          </a:xfrm>
          <a:prstGeom prst="line">
            <a:avLst/>
          </a:prstGeom>
          <a:ln w="127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直接连接符 85"/>
          <p:cNvCxnSpPr/>
          <p:nvPr userDrawn="1"/>
        </p:nvCxnSpPr>
        <p:spPr>
          <a:xfrm>
            <a:off x="1196975" y="3130550"/>
            <a:ext cx="28575" cy="77788"/>
          </a:xfrm>
          <a:prstGeom prst="line">
            <a:avLst/>
          </a:prstGeom>
          <a:ln w="127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088" name="图片 88" descr="语"/>
          <p:cNvPicPr>
            <a:picLocks noChangeAspect="1"/>
          </p:cNvPicPr>
          <p:nvPr userDrawn="1"/>
        </p:nvPicPr>
        <p:blipFill>
          <a:blip r:embed="rId9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29349" t="21164" r="35045" b="28447"/>
          <a:stretch>
            <a:fillRect/>
          </a:stretch>
        </p:blipFill>
        <p:spPr>
          <a:xfrm rot="-360000">
            <a:off x="1704975" y="1841500"/>
            <a:ext cx="1524000" cy="1344613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089" name="图片 89" descr="文"/>
          <p:cNvPicPr>
            <a:picLocks noChangeAspect="1"/>
          </p:cNvPicPr>
          <p:nvPr userDrawn="1"/>
        </p:nvPicPr>
        <p:blipFill>
          <a:blip r:embed="rId10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31392" t="19637" r="30234" b="26183"/>
          <a:stretch>
            <a:fillRect/>
          </a:stretch>
        </p:blipFill>
        <p:spPr>
          <a:xfrm rot="600000">
            <a:off x="3040063" y="1857375"/>
            <a:ext cx="1544637" cy="1344613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090" name="图片 90" descr="园"/>
          <p:cNvPicPr>
            <a:picLocks noChangeAspect="1"/>
          </p:cNvPicPr>
          <p:nvPr userDrawn="1"/>
        </p:nvPicPr>
        <p:blipFill>
          <a:blip r:embed="rId1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32253" t="22099" r="24092" b="21066"/>
          <a:stretch>
            <a:fillRect/>
          </a:stretch>
        </p:blipFill>
        <p:spPr>
          <a:xfrm>
            <a:off x="4286250" y="1898650"/>
            <a:ext cx="1422400" cy="12795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091" name="图片 91" descr="地"/>
          <p:cNvPicPr>
            <a:picLocks noChangeAspect="1"/>
          </p:cNvPicPr>
          <p:nvPr userDrawn="1"/>
        </p:nvPicPr>
        <p:blipFill>
          <a:blip r:embed="rId1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22844" t="20935" r="29845" b="21388"/>
          <a:stretch>
            <a:fillRect/>
          </a:stretch>
        </p:blipFill>
        <p:spPr>
          <a:xfrm rot="660000">
            <a:off x="5564188" y="1808163"/>
            <a:ext cx="1651000" cy="15938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092" name="文本框 94"/>
          <p:cNvSpPr txBox="1"/>
          <p:nvPr userDrawn="1"/>
        </p:nvSpPr>
        <p:spPr>
          <a:xfrm>
            <a:off x="10002838" y="6067425"/>
            <a:ext cx="2103437" cy="52070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pPr lvl="0"/>
            <a:r>
              <a:rPr lang="zh-CN" altLang="en-US" sz="2800">
                <a:solidFill>
                  <a:srgbClr val="386C8E"/>
                </a:solidFill>
                <a:latin typeface="华康勘亭流W9" panose="03000909000000000000" charset="-122"/>
                <a:ea typeface="华康勘亭流W9" panose="03000909000000000000" charset="-122"/>
              </a:rPr>
              <a:t>一年级</a:t>
            </a:r>
            <a:r>
              <a:rPr lang="en-US" altLang="zh-CN" sz="2800">
                <a:solidFill>
                  <a:srgbClr val="386C8E"/>
                </a:solidFill>
                <a:latin typeface="华康勘亭流W9" panose="03000909000000000000" charset="-122"/>
                <a:ea typeface="华康勘亭流W9" panose="03000909000000000000" charset="-122"/>
              </a:rPr>
              <a:t>·</a:t>
            </a:r>
            <a:r>
              <a:rPr lang="zh-CN" altLang="en-US" sz="2800">
                <a:solidFill>
                  <a:srgbClr val="386C8E"/>
                </a:solidFill>
                <a:latin typeface="华康勘亭流W9" panose="03000909000000000000" charset="-122"/>
                <a:ea typeface="华康勘亭流W9" panose="03000909000000000000" charset="-122"/>
              </a:rPr>
              <a:t>上</a:t>
            </a:r>
            <a:endParaRPr lang="zh-CN" altLang="en-US" sz="2800">
              <a:solidFill>
                <a:srgbClr val="386C8E"/>
              </a:solidFill>
              <a:latin typeface="华康勘亭流W9" panose="03000909000000000000" charset="-122"/>
              <a:ea typeface="华康勘亭流W9" panose="03000909000000000000" charset="-122"/>
            </a:endParaRPr>
          </a:p>
        </p:txBody>
      </p:sp>
      <p:pic>
        <p:nvPicPr>
          <p:cNvPr id="3093" name="图片 101" descr="阿尔法狗"/>
          <p:cNvPicPr>
            <a:picLocks noChangeAspect="1"/>
          </p:cNvPicPr>
          <p:nvPr userDrawn="1"/>
        </p:nvPicPr>
        <p:blipFill>
          <a:blip r:embed="rId13"/>
          <a:srcRect l="40222"/>
          <a:stretch>
            <a:fillRect/>
          </a:stretch>
        </p:blipFill>
        <p:spPr>
          <a:xfrm>
            <a:off x="6686550" y="-26987"/>
            <a:ext cx="2733675" cy="169227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094" name="图片 102" descr="阿尔法狗"/>
          <p:cNvPicPr>
            <a:picLocks noChangeAspect="1"/>
          </p:cNvPicPr>
          <p:nvPr userDrawn="1"/>
        </p:nvPicPr>
        <p:blipFill>
          <a:blip r:embed="rId13"/>
          <a:srcRect l="13333" r="56000"/>
          <a:stretch>
            <a:fillRect/>
          </a:stretch>
        </p:blipFill>
        <p:spPr>
          <a:xfrm>
            <a:off x="5284788" y="-488950"/>
            <a:ext cx="1401762" cy="169227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solidFill>
          <a:srgbClr val="FFF6D3">
            <a:alpha val="7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任意多边形 2"/>
          <p:cNvSpPr/>
          <p:nvPr userDrawn="1"/>
        </p:nvSpPr>
        <p:spPr>
          <a:xfrm>
            <a:off x="-15875" y="0"/>
            <a:ext cx="12207875" cy="686752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7408" h="9008">
                <a:moveTo>
                  <a:pt x="760" y="679"/>
                </a:moveTo>
                <a:lnTo>
                  <a:pt x="760" y="8329"/>
                </a:lnTo>
                <a:lnTo>
                  <a:pt x="16649" y="8329"/>
                </a:lnTo>
                <a:lnTo>
                  <a:pt x="16649" y="679"/>
                </a:lnTo>
                <a:lnTo>
                  <a:pt x="760" y="679"/>
                </a:lnTo>
                <a:close/>
                <a:moveTo>
                  <a:pt x="0" y="0"/>
                </a:moveTo>
                <a:lnTo>
                  <a:pt x="17408" y="0"/>
                </a:lnTo>
                <a:lnTo>
                  <a:pt x="17408" y="9008"/>
                </a:lnTo>
                <a:lnTo>
                  <a:pt x="0" y="9008"/>
                </a:lnTo>
                <a:lnTo>
                  <a:pt x="0" y="0"/>
                </a:lnTo>
                <a:close/>
              </a:path>
            </a:pathLst>
          </a:custGeom>
          <a:solidFill>
            <a:srgbClr val="CDEFFB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 fontAlgn="base"/>
            <a:endParaRPr lang="zh-CN" altLang="en-US" strike="noStrike" noProof="1"/>
          </a:p>
        </p:txBody>
      </p:sp>
      <p:sp>
        <p:nvSpPr>
          <p:cNvPr id="8" name="矩形 7"/>
          <p:cNvSpPr/>
          <p:nvPr userDrawn="1"/>
        </p:nvSpPr>
        <p:spPr>
          <a:xfrm>
            <a:off x="-15875" y="-3175"/>
            <a:ext cx="2401888" cy="1893888"/>
          </a:xfrm>
          <a:prstGeom prst="rect">
            <a:avLst/>
          </a:prstGeom>
          <a:blipFill rotWithShape="1">
            <a:blip r:embed="rId2">
              <a:alphaModFix amt="60000"/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 fontAlgn="base"/>
            <a:endParaRPr lang="zh-CN" altLang="en-US" strike="noStrike" noProof="1"/>
          </a:p>
        </p:txBody>
      </p:sp>
      <p:sp>
        <p:nvSpPr>
          <p:cNvPr id="11" name="矩形 10"/>
          <p:cNvSpPr/>
          <p:nvPr userDrawn="1"/>
        </p:nvSpPr>
        <p:spPr>
          <a:xfrm>
            <a:off x="10283825" y="5068888"/>
            <a:ext cx="1038225" cy="1535113"/>
          </a:xfrm>
          <a:prstGeom prst="rect">
            <a:avLst/>
          </a:prstGeom>
          <a:blipFill rotWithShape="1">
            <a:blip r:embed="rId3">
              <a:alphaModFix amt="70000"/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 fontAlgn="base"/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标题和内容">
    <p:bg>
      <p:bgPr>
        <a:solidFill>
          <a:srgbClr val="FFF6D3">
            <a:alpha val="7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任意多边形 2"/>
          <p:cNvSpPr/>
          <p:nvPr userDrawn="1"/>
        </p:nvSpPr>
        <p:spPr>
          <a:xfrm>
            <a:off x="-15875" y="0"/>
            <a:ext cx="12207875" cy="686752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7408" h="9008">
                <a:moveTo>
                  <a:pt x="760" y="679"/>
                </a:moveTo>
                <a:lnTo>
                  <a:pt x="760" y="8329"/>
                </a:lnTo>
                <a:lnTo>
                  <a:pt x="16649" y="8329"/>
                </a:lnTo>
                <a:lnTo>
                  <a:pt x="16649" y="679"/>
                </a:lnTo>
                <a:lnTo>
                  <a:pt x="760" y="679"/>
                </a:lnTo>
                <a:close/>
                <a:moveTo>
                  <a:pt x="0" y="0"/>
                </a:moveTo>
                <a:lnTo>
                  <a:pt x="17408" y="0"/>
                </a:lnTo>
                <a:lnTo>
                  <a:pt x="17408" y="9008"/>
                </a:lnTo>
                <a:lnTo>
                  <a:pt x="0" y="9008"/>
                </a:lnTo>
                <a:lnTo>
                  <a:pt x="0" y="0"/>
                </a:lnTo>
                <a:close/>
              </a:path>
            </a:pathLst>
          </a:custGeom>
          <a:solidFill>
            <a:srgbClr val="CDEFFB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 fontAlgn="base"/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Pr>
        <a:solidFill>
          <a:srgbClr val="FFF6D3">
            <a:alpha val="7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任意多边形 2"/>
          <p:cNvSpPr/>
          <p:nvPr userDrawn="1"/>
        </p:nvSpPr>
        <p:spPr>
          <a:xfrm>
            <a:off x="-15875" y="0"/>
            <a:ext cx="12207875" cy="686752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7408" h="9008">
                <a:moveTo>
                  <a:pt x="760" y="679"/>
                </a:moveTo>
                <a:lnTo>
                  <a:pt x="760" y="8329"/>
                </a:lnTo>
                <a:lnTo>
                  <a:pt x="16649" y="8329"/>
                </a:lnTo>
                <a:lnTo>
                  <a:pt x="16649" y="679"/>
                </a:lnTo>
                <a:lnTo>
                  <a:pt x="760" y="679"/>
                </a:lnTo>
                <a:close/>
                <a:moveTo>
                  <a:pt x="0" y="0"/>
                </a:moveTo>
                <a:lnTo>
                  <a:pt x="17408" y="0"/>
                </a:lnTo>
                <a:lnTo>
                  <a:pt x="17408" y="9008"/>
                </a:lnTo>
                <a:lnTo>
                  <a:pt x="0" y="9008"/>
                </a:lnTo>
                <a:lnTo>
                  <a:pt x="0" y="0"/>
                </a:lnTo>
                <a:close/>
              </a:path>
            </a:pathLst>
          </a:custGeom>
          <a:solidFill>
            <a:srgbClr val="B2DC7B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 fontAlgn="base"/>
            <a:endParaRPr lang="zh-CN" altLang="en-US" strike="noStrike" noProof="1"/>
          </a:p>
        </p:txBody>
      </p:sp>
      <p:sp>
        <p:nvSpPr>
          <p:cNvPr id="5" name="矩形 4"/>
          <p:cNvSpPr/>
          <p:nvPr userDrawn="1"/>
        </p:nvSpPr>
        <p:spPr>
          <a:xfrm>
            <a:off x="-530225" y="-261937"/>
            <a:ext cx="2481263" cy="2460625"/>
          </a:xfrm>
          <a:prstGeom prst="rect">
            <a:avLst/>
          </a:prstGeom>
          <a:blipFill rotWithShape="1">
            <a:blip r:embed="rId2">
              <a:alphaModFix amt="70000"/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 fontAlgn="base"/>
            <a:endParaRPr lang="zh-CN" altLang="en-US" strike="noStrike" noProof="1"/>
          </a:p>
        </p:txBody>
      </p:sp>
      <p:sp>
        <p:nvSpPr>
          <p:cNvPr id="6" name="矩形 5"/>
          <p:cNvSpPr/>
          <p:nvPr userDrawn="1"/>
        </p:nvSpPr>
        <p:spPr>
          <a:xfrm>
            <a:off x="10117138" y="4895850"/>
            <a:ext cx="1258888" cy="1695450"/>
          </a:xfrm>
          <a:prstGeom prst="rect">
            <a:avLst/>
          </a:prstGeom>
          <a:blipFill rotWithShape="1">
            <a:blip r:embed="rId3">
              <a:alphaModFix amt="70000"/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 fontAlgn="base"/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1_节标题">
    <p:bg>
      <p:bgPr>
        <a:solidFill>
          <a:srgbClr val="FFF6D3">
            <a:alpha val="7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任意多边形 2"/>
          <p:cNvSpPr/>
          <p:nvPr userDrawn="1"/>
        </p:nvSpPr>
        <p:spPr>
          <a:xfrm>
            <a:off x="-15875" y="0"/>
            <a:ext cx="12207875" cy="686752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7408" h="9008">
                <a:moveTo>
                  <a:pt x="760" y="679"/>
                </a:moveTo>
                <a:lnTo>
                  <a:pt x="760" y="8329"/>
                </a:lnTo>
                <a:lnTo>
                  <a:pt x="16649" y="8329"/>
                </a:lnTo>
                <a:lnTo>
                  <a:pt x="16649" y="679"/>
                </a:lnTo>
                <a:lnTo>
                  <a:pt x="760" y="679"/>
                </a:lnTo>
                <a:close/>
                <a:moveTo>
                  <a:pt x="0" y="0"/>
                </a:moveTo>
                <a:lnTo>
                  <a:pt x="17408" y="0"/>
                </a:lnTo>
                <a:lnTo>
                  <a:pt x="17408" y="9008"/>
                </a:lnTo>
                <a:lnTo>
                  <a:pt x="0" y="9008"/>
                </a:lnTo>
                <a:lnTo>
                  <a:pt x="0" y="0"/>
                </a:lnTo>
                <a:close/>
              </a:path>
            </a:pathLst>
          </a:custGeom>
          <a:solidFill>
            <a:srgbClr val="B2DC7B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 fontAlgn="base"/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bg>
      <p:bgPr>
        <a:solidFill>
          <a:srgbClr val="FFF6D3">
            <a:alpha val="7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任意多边形 2"/>
          <p:cNvSpPr/>
          <p:nvPr userDrawn="1"/>
        </p:nvSpPr>
        <p:spPr>
          <a:xfrm>
            <a:off x="-15875" y="0"/>
            <a:ext cx="12207875" cy="686752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7408" h="9008">
                <a:moveTo>
                  <a:pt x="760" y="679"/>
                </a:moveTo>
                <a:lnTo>
                  <a:pt x="760" y="8329"/>
                </a:lnTo>
                <a:lnTo>
                  <a:pt x="16649" y="8329"/>
                </a:lnTo>
                <a:lnTo>
                  <a:pt x="16649" y="679"/>
                </a:lnTo>
                <a:lnTo>
                  <a:pt x="760" y="679"/>
                </a:lnTo>
                <a:close/>
                <a:moveTo>
                  <a:pt x="0" y="0"/>
                </a:moveTo>
                <a:lnTo>
                  <a:pt x="17408" y="0"/>
                </a:lnTo>
                <a:lnTo>
                  <a:pt x="17408" y="9008"/>
                </a:lnTo>
                <a:lnTo>
                  <a:pt x="0" y="9008"/>
                </a:lnTo>
                <a:lnTo>
                  <a:pt x="0" y="0"/>
                </a:lnTo>
                <a:close/>
              </a:path>
            </a:pathLst>
          </a:custGeom>
          <a:solidFill>
            <a:srgbClr val="FFE699">
              <a:alpha val="3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 fontAlgn="base"/>
            <a:endParaRPr lang="zh-CN" altLang="en-US" strike="noStrike" noProof="1"/>
          </a:p>
        </p:txBody>
      </p:sp>
      <p:sp>
        <p:nvSpPr>
          <p:cNvPr id="9" name="矩形 8"/>
          <p:cNvSpPr/>
          <p:nvPr userDrawn="1"/>
        </p:nvSpPr>
        <p:spPr>
          <a:xfrm>
            <a:off x="-15875" y="295275"/>
            <a:ext cx="2438400" cy="1670050"/>
          </a:xfrm>
          <a:prstGeom prst="rect">
            <a:avLst/>
          </a:prstGeom>
          <a:blipFill rotWithShape="1">
            <a:blip r:embed="rId2">
              <a:alphaModFix amt="60000"/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 fontAlgn="base"/>
            <a:endParaRPr lang="zh-CN" altLang="en-US" strike="noStrike" noProof="1"/>
          </a:p>
        </p:txBody>
      </p:sp>
      <p:sp>
        <p:nvSpPr>
          <p:cNvPr id="10" name="矩形 9"/>
          <p:cNvSpPr/>
          <p:nvPr userDrawn="1"/>
        </p:nvSpPr>
        <p:spPr>
          <a:xfrm>
            <a:off x="10323513" y="4873625"/>
            <a:ext cx="958850" cy="1708150"/>
          </a:xfrm>
          <a:prstGeom prst="rect">
            <a:avLst/>
          </a:prstGeom>
          <a:blipFill rotWithShape="1">
            <a:blip r:embed="rId3">
              <a:alphaModFix amt="60000"/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 fontAlgn="base"/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3_两栏内容">
    <p:bg>
      <p:bgPr>
        <a:solidFill>
          <a:srgbClr val="FFF6D3">
            <a:alpha val="7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任意多边形 2"/>
          <p:cNvSpPr/>
          <p:nvPr userDrawn="1"/>
        </p:nvSpPr>
        <p:spPr>
          <a:xfrm>
            <a:off x="-15875" y="0"/>
            <a:ext cx="12207875" cy="686752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7408" h="9008">
                <a:moveTo>
                  <a:pt x="760" y="679"/>
                </a:moveTo>
                <a:lnTo>
                  <a:pt x="760" y="8329"/>
                </a:lnTo>
                <a:lnTo>
                  <a:pt x="16649" y="8329"/>
                </a:lnTo>
                <a:lnTo>
                  <a:pt x="16649" y="679"/>
                </a:lnTo>
                <a:lnTo>
                  <a:pt x="760" y="679"/>
                </a:lnTo>
                <a:close/>
                <a:moveTo>
                  <a:pt x="0" y="0"/>
                </a:moveTo>
                <a:lnTo>
                  <a:pt x="17408" y="0"/>
                </a:lnTo>
                <a:lnTo>
                  <a:pt x="17408" y="9008"/>
                </a:lnTo>
                <a:lnTo>
                  <a:pt x="0" y="9008"/>
                </a:lnTo>
                <a:lnTo>
                  <a:pt x="0" y="0"/>
                </a:lnTo>
                <a:close/>
              </a:path>
            </a:pathLst>
          </a:custGeom>
          <a:solidFill>
            <a:srgbClr val="FFE699">
              <a:alpha val="3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 fontAlgn="base"/>
            <a:endParaRPr lang="zh-CN" altLang="en-US" strike="noStrike" noProof="1"/>
          </a:p>
        </p:txBody>
      </p:sp>
      <p:pic>
        <p:nvPicPr>
          <p:cNvPr id="8196" name="图片 3" descr="图片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071100" y="631825"/>
            <a:ext cx="1463675" cy="5175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" name="矩形 9"/>
          <p:cNvSpPr/>
          <p:nvPr userDrawn="1"/>
        </p:nvSpPr>
        <p:spPr>
          <a:xfrm>
            <a:off x="10323513" y="4873625"/>
            <a:ext cx="958850" cy="1708150"/>
          </a:xfrm>
          <a:prstGeom prst="rect">
            <a:avLst/>
          </a:prstGeom>
          <a:blipFill rotWithShape="1">
            <a:blip r:embed="rId3">
              <a:alphaModFix amt="60000"/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 fontAlgn="base"/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_两栏内容">
    <p:bg>
      <p:bgPr>
        <a:solidFill>
          <a:srgbClr val="FFF6D3">
            <a:alpha val="7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任意多边形 2"/>
          <p:cNvSpPr/>
          <p:nvPr userDrawn="1"/>
        </p:nvSpPr>
        <p:spPr>
          <a:xfrm>
            <a:off x="-15875" y="0"/>
            <a:ext cx="12207875" cy="686752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7408" h="9008">
                <a:moveTo>
                  <a:pt x="760" y="679"/>
                </a:moveTo>
                <a:lnTo>
                  <a:pt x="760" y="8329"/>
                </a:lnTo>
                <a:lnTo>
                  <a:pt x="16649" y="8329"/>
                </a:lnTo>
                <a:lnTo>
                  <a:pt x="16649" y="679"/>
                </a:lnTo>
                <a:lnTo>
                  <a:pt x="760" y="679"/>
                </a:lnTo>
                <a:close/>
                <a:moveTo>
                  <a:pt x="0" y="0"/>
                </a:moveTo>
                <a:lnTo>
                  <a:pt x="17408" y="0"/>
                </a:lnTo>
                <a:lnTo>
                  <a:pt x="17408" y="9008"/>
                </a:lnTo>
                <a:lnTo>
                  <a:pt x="0" y="9008"/>
                </a:lnTo>
                <a:lnTo>
                  <a:pt x="0" y="0"/>
                </a:lnTo>
                <a:close/>
              </a:path>
            </a:pathLst>
          </a:custGeom>
          <a:solidFill>
            <a:srgbClr val="FFE699">
              <a:alpha val="3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 fontAlgn="base"/>
            <a:endParaRPr lang="zh-CN" altLang="en-US" strike="noStrike" noProof="1"/>
          </a:p>
        </p:txBody>
      </p:sp>
      <p:sp>
        <p:nvSpPr>
          <p:cNvPr id="9" name="矩形 8"/>
          <p:cNvSpPr/>
          <p:nvPr userDrawn="1"/>
        </p:nvSpPr>
        <p:spPr>
          <a:xfrm>
            <a:off x="-15875" y="295275"/>
            <a:ext cx="2438400" cy="1670050"/>
          </a:xfrm>
          <a:prstGeom prst="rect">
            <a:avLst/>
          </a:prstGeom>
          <a:blipFill rotWithShape="1">
            <a:blip r:embed="rId2">
              <a:alphaModFix amt="60000"/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 fontAlgn="base"/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1_两栏内容">
    <p:bg>
      <p:bgPr>
        <a:solidFill>
          <a:srgbClr val="FFF6D3">
            <a:alpha val="7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任意多边形 2"/>
          <p:cNvSpPr/>
          <p:nvPr userDrawn="1"/>
        </p:nvSpPr>
        <p:spPr>
          <a:xfrm>
            <a:off x="-15875" y="0"/>
            <a:ext cx="12207875" cy="686752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7408" h="9008">
                <a:moveTo>
                  <a:pt x="760" y="679"/>
                </a:moveTo>
                <a:lnTo>
                  <a:pt x="760" y="8329"/>
                </a:lnTo>
                <a:lnTo>
                  <a:pt x="16649" y="8329"/>
                </a:lnTo>
                <a:lnTo>
                  <a:pt x="16649" y="679"/>
                </a:lnTo>
                <a:lnTo>
                  <a:pt x="760" y="679"/>
                </a:lnTo>
                <a:close/>
                <a:moveTo>
                  <a:pt x="0" y="0"/>
                </a:moveTo>
                <a:lnTo>
                  <a:pt x="17408" y="0"/>
                </a:lnTo>
                <a:lnTo>
                  <a:pt x="17408" y="9008"/>
                </a:lnTo>
                <a:lnTo>
                  <a:pt x="0" y="9008"/>
                </a:lnTo>
                <a:lnTo>
                  <a:pt x="0" y="0"/>
                </a:lnTo>
                <a:close/>
              </a:path>
            </a:pathLst>
          </a:custGeom>
          <a:solidFill>
            <a:srgbClr val="FFE699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 fontAlgn="base"/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bg>
      <p:bgPr>
        <a:solidFill>
          <a:srgbClr val="FFF6D3">
            <a:alpha val="7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任意多边形 2"/>
          <p:cNvSpPr/>
          <p:nvPr userDrawn="1"/>
        </p:nvSpPr>
        <p:spPr>
          <a:xfrm>
            <a:off x="-7937" y="-4762"/>
            <a:ext cx="12207875" cy="686752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7408" h="9008">
                <a:moveTo>
                  <a:pt x="760" y="679"/>
                </a:moveTo>
                <a:lnTo>
                  <a:pt x="760" y="8329"/>
                </a:lnTo>
                <a:lnTo>
                  <a:pt x="16649" y="8329"/>
                </a:lnTo>
                <a:lnTo>
                  <a:pt x="16649" y="679"/>
                </a:lnTo>
                <a:lnTo>
                  <a:pt x="760" y="679"/>
                </a:lnTo>
                <a:close/>
                <a:moveTo>
                  <a:pt x="0" y="0"/>
                </a:moveTo>
                <a:lnTo>
                  <a:pt x="17408" y="0"/>
                </a:lnTo>
                <a:lnTo>
                  <a:pt x="17408" y="9008"/>
                </a:lnTo>
                <a:lnTo>
                  <a:pt x="0" y="9008"/>
                </a:lnTo>
                <a:lnTo>
                  <a:pt x="0" y="0"/>
                </a:lnTo>
                <a:close/>
              </a:path>
            </a:pathLst>
          </a:custGeom>
          <a:solidFill>
            <a:srgbClr val="5A83F9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 fontAlgn="base"/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solidFill>
          <a:srgbClr val="FFF6D3">
            <a:alpha val="7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任意多边形 2"/>
          <p:cNvSpPr/>
          <p:nvPr userDrawn="1"/>
        </p:nvSpPr>
        <p:spPr>
          <a:xfrm>
            <a:off x="-7937" y="-4762"/>
            <a:ext cx="12207875" cy="686752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7408" h="9008">
                <a:moveTo>
                  <a:pt x="760" y="679"/>
                </a:moveTo>
                <a:lnTo>
                  <a:pt x="760" y="8329"/>
                </a:lnTo>
                <a:lnTo>
                  <a:pt x="16649" y="8329"/>
                </a:lnTo>
                <a:lnTo>
                  <a:pt x="16649" y="679"/>
                </a:lnTo>
                <a:lnTo>
                  <a:pt x="760" y="679"/>
                </a:lnTo>
                <a:close/>
                <a:moveTo>
                  <a:pt x="0" y="0"/>
                </a:moveTo>
                <a:lnTo>
                  <a:pt x="17408" y="0"/>
                </a:lnTo>
                <a:lnTo>
                  <a:pt x="17408" y="9008"/>
                </a:lnTo>
                <a:lnTo>
                  <a:pt x="0" y="9008"/>
                </a:lnTo>
                <a:lnTo>
                  <a:pt x="0" y="0"/>
                </a:lnTo>
                <a:close/>
              </a:path>
            </a:pathLst>
          </a:custGeom>
          <a:solidFill>
            <a:srgbClr val="A052AE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 fontAlgn="base"/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1_仅标题">
    <p:bg>
      <p:bgPr>
        <a:solidFill>
          <a:srgbClr val="FFF6D3">
            <a:alpha val="7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任意多边形 2"/>
          <p:cNvSpPr/>
          <p:nvPr userDrawn="1"/>
        </p:nvSpPr>
        <p:spPr>
          <a:xfrm>
            <a:off x="-7937" y="-4762"/>
            <a:ext cx="12207875" cy="686752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7408" h="9008">
                <a:moveTo>
                  <a:pt x="760" y="679"/>
                </a:moveTo>
                <a:lnTo>
                  <a:pt x="760" y="8329"/>
                </a:lnTo>
                <a:lnTo>
                  <a:pt x="16649" y="8329"/>
                </a:lnTo>
                <a:lnTo>
                  <a:pt x="16649" y="679"/>
                </a:lnTo>
                <a:lnTo>
                  <a:pt x="760" y="679"/>
                </a:lnTo>
                <a:close/>
                <a:moveTo>
                  <a:pt x="0" y="0"/>
                </a:moveTo>
                <a:lnTo>
                  <a:pt x="17408" y="0"/>
                </a:lnTo>
                <a:lnTo>
                  <a:pt x="17408" y="9008"/>
                </a:lnTo>
                <a:lnTo>
                  <a:pt x="0" y="9008"/>
                </a:lnTo>
                <a:lnTo>
                  <a:pt x="0" y="0"/>
                </a:lnTo>
                <a:close/>
              </a:path>
            </a:pathLst>
          </a:custGeom>
          <a:solidFill>
            <a:srgbClr val="A052AE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 fontAlgn="base"/>
            <a:endParaRPr lang="zh-CN" altLang="en-US" strike="noStrike" noProof="1"/>
          </a:p>
        </p:txBody>
      </p:sp>
      <p:sp>
        <p:nvSpPr>
          <p:cNvPr id="9" name="矩形 8"/>
          <p:cNvSpPr/>
          <p:nvPr userDrawn="1"/>
        </p:nvSpPr>
        <p:spPr>
          <a:xfrm>
            <a:off x="-15875" y="295275"/>
            <a:ext cx="2438400" cy="1670050"/>
          </a:xfrm>
          <a:prstGeom prst="rect">
            <a:avLst/>
          </a:prstGeom>
          <a:blipFill rotWithShape="1">
            <a:blip r:embed="rId2">
              <a:alphaModFix amt="60000"/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 fontAlgn="base"/>
            <a:endParaRPr lang="zh-CN" altLang="en-US" strike="noStrike" noProof="1"/>
          </a:p>
        </p:txBody>
      </p:sp>
      <p:sp>
        <p:nvSpPr>
          <p:cNvPr id="10" name="矩形 9"/>
          <p:cNvSpPr/>
          <p:nvPr userDrawn="1"/>
        </p:nvSpPr>
        <p:spPr>
          <a:xfrm>
            <a:off x="10323513" y="4873625"/>
            <a:ext cx="958850" cy="1708150"/>
          </a:xfrm>
          <a:prstGeom prst="rect">
            <a:avLst/>
          </a:prstGeom>
          <a:blipFill rotWithShape="1">
            <a:blip r:embed="rId3">
              <a:alphaModFix amt="60000"/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 fontAlgn="base"/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2_仅标题">
    <p:bg>
      <p:bgPr>
        <a:solidFill>
          <a:srgbClr val="FFF6D3">
            <a:alpha val="7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任意多边形 2"/>
          <p:cNvSpPr/>
          <p:nvPr userDrawn="1"/>
        </p:nvSpPr>
        <p:spPr>
          <a:xfrm>
            <a:off x="-7937" y="-4762"/>
            <a:ext cx="12207875" cy="686752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7408" h="9008">
                <a:moveTo>
                  <a:pt x="760" y="679"/>
                </a:moveTo>
                <a:lnTo>
                  <a:pt x="760" y="8329"/>
                </a:lnTo>
                <a:lnTo>
                  <a:pt x="16649" y="8329"/>
                </a:lnTo>
                <a:lnTo>
                  <a:pt x="16649" y="679"/>
                </a:lnTo>
                <a:lnTo>
                  <a:pt x="760" y="679"/>
                </a:lnTo>
                <a:close/>
                <a:moveTo>
                  <a:pt x="0" y="0"/>
                </a:moveTo>
                <a:lnTo>
                  <a:pt x="17408" y="0"/>
                </a:lnTo>
                <a:lnTo>
                  <a:pt x="17408" y="9008"/>
                </a:lnTo>
                <a:lnTo>
                  <a:pt x="0" y="9008"/>
                </a:lnTo>
                <a:lnTo>
                  <a:pt x="0" y="0"/>
                </a:lnTo>
                <a:close/>
              </a:path>
            </a:pathLst>
          </a:custGeom>
          <a:solidFill>
            <a:srgbClr val="A052AE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 fontAlgn="base"/>
            <a:endParaRPr lang="zh-CN" altLang="en-US" strike="noStrike" noProof="1"/>
          </a:p>
        </p:txBody>
      </p:sp>
      <p:pic>
        <p:nvPicPr>
          <p:cNvPr id="14340" name="图片 3" descr="图片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071100" y="631825"/>
            <a:ext cx="1463675" cy="5175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9" name="矩形 8"/>
          <p:cNvSpPr/>
          <p:nvPr userDrawn="1"/>
        </p:nvSpPr>
        <p:spPr>
          <a:xfrm>
            <a:off x="-15875" y="295275"/>
            <a:ext cx="2438400" cy="1670050"/>
          </a:xfrm>
          <a:prstGeom prst="rect">
            <a:avLst/>
          </a:prstGeom>
          <a:blipFill rotWithShape="1">
            <a:blip r:embed="rId3">
              <a:alphaModFix amt="60000"/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 fontAlgn="base"/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solidFill>
          <a:srgbClr val="FFF6D3">
            <a:alpha val="7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矩形 45"/>
          <p:cNvSpPr/>
          <p:nvPr userDrawn="1"/>
        </p:nvSpPr>
        <p:spPr>
          <a:xfrm>
            <a:off x="6054725" y="5329238"/>
            <a:ext cx="1114425" cy="1541463"/>
          </a:xfrm>
          <a:prstGeom prst="rect">
            <a:avLst/>
          </a:prstGeom>
          <a:blipFill rotWithShape="1">
            <a:blip r:embed="rId2">
              <a:alphaModFix amt="80000"/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 fontAlgn="base"/>
            <a:endParaRPr lang="zh-CN" altLang="en-US" strike="noStrike" noProof="1"/>
          </a:p>
        </p:txBody>
      </p:sp>
      <p:sp>
        <p:nvSpPr>
          <p:cNvPr id="3" name="任意多边形 2"/>
          <p:cNvSpPr/>
          <p:nvPr userDrawn="1"/>
        </p:nvSpPr>
        <p:spPr>
          <a:xfrm>
            <a:off x="8407400" y="5276850"/>
            <a:ext cx="3856038" cy="950913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">
                <a:pos x="hc" y="t"/>
              </a:cxn>
              <a:cxn ang="3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">
                <a:pos x="ir" y="it"/>
              </a:cxn>
            </a:cxnLst>
            <a:rect l="l" t="t" r="r" b="b"/>
            <a:pathLst>
              <a:path w="6072" h="1497">
                <a:moveTo>
                  <a:pt x="6054" y="0"/>
                </a:moveTo>
                <a:lnTo>
                  <a:pt x="6072" y="0"/>
                </a:lnTo>
                <a:lnTo>
                  <a:pt x="6072" y="1497"/>
                </a:lnTo>
                <a:lnTo>
                  <a:pt x="6064" y="1495"/>
                </a:lnTo>
                <a:cubicBezTo>
                  <a:pt x="5112" y="1291"/>
                  <a:pt x="4044" y="1176"/>
                  <a:pt x="2917" y="1176"/>
                </a:cubicBezTo>
                <a:cubicBezTo>
                  <a:pt x="1881" y="1176"/>
                  <a:pt x="897" y="1273"/>
                  <a:pt x="5" y="1447"/>
                </a:cubicBezTo>
                <a:lnTo>
                  <a:pt x="0" y="1448"/>
                </a:lnTo>
                <a:lnTo>
                  <a:pt x="25" y="1431"/>
                </a:lnTo>
                <a:cubicBezTo>
                  <a:pt x="1331" y="568"/>
                  <a:pt x="3544" y="0"/>
                  <a:pt x="6054" y="0"/>
                </a:cubicBezTo>
                <a:close/>
              </a:path>
            </a:pathLst>
          </a:custGeom>
          <a:solidFill>
            <a:srgbClr val="B2DC7B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 fontAlgn="base"/>
            <a:endParaRPr lang="zh-CN" altLang="en-US" strike="noStrike" noProof="1"/>
          </a:p>
        </p:txBody>
      </p:sp>
      <p:sp>
        <p:nvSpPr>
          <p:cNvPr id="2" name="任意多边形 1"/>
          <p:cNvSpPr/>
          <p:nvPr userDrawn="1"/>
        </p:nvSpPr>
        <p:spPr>
          <a:xfrm>
            <a:off x="8582025" y="5802313"/>
            <a:ext cx="3681413" cy="1068388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">
                <a:pos x="hc" y="t"/>
              </a:cxn>
              <a:cxn ang="3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">
                <a:pos x="ir" y="it"/>
              </a:cxn>
            </a:cxnLst>
            <a:rect l="l" t="t" r="r" b="b"/>
            <a:pathLst>
              <a:path w="5798" h="1683">
                <a:moveTo>
                  <a:pt x="5798" y="0"/>
                </a:moveTo>
                <a:lnTo>
                  <a:pt x="5798" y="1683"/>
                </a:lnTo>
                <a:lnTo>
                  <a:pt x="0" y="1683"/>
                </a:lnTo>
                <a:lnTo>
                  <a:pt x="24" y="1663"/>
                </a:lnTo>
                <a:cubicBezTo>
                  <a:pt x="1168" y="743"/>
                  <a:pt x="3284" y="97"/>
                  <a:pt x="5752" y="2"/>
                </a:cubicBezTo>
                <a:lnTo>
                  <a:pt x="5798" y="0"/>
                </a:lnTo>
                <a:close/>
              </a:path>
            </a:pathLst>
          </a:custGeom>
          <a:solidFill>
            <a:srgbClr val="B5D374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 fontAlgn="base"/>
            <a:endParaRPr lang="zh-CN" altLang="en-US" strike="noStrike" noProof="1"/>
          </a:p>
        </p:txBody>
      </p:sp>
      <p:sp>
        <p:nvSpPr>
          <p:cNvPr id="10" name="任意多边形 9"/>
          <p:cNvSpPr/>
          <p:nvPr userDrawn="1"/>
        </p:nvSpPr>
        <p:spPr>
          <a:xfrm>
            <a:off x="6532563" y="5972175"/>
            <a:ext cx="4221163" cy="898525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">
                <a:pos x="hc" y="t"/>
              </a:cxn>
              <a:cxn ang="3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">
                <a:pos x="ir" y="it"/>
              </a:cxn>
            </a:cxnLst>
            <a:rect l="l" t="t" r="r" b="b"/>
            <a:pathLst>
              <a:path w="6647" h="1415">
                <a:moveTo>
                  <a:pt x="6647" y="0"/>
                </a:moveTo>
                <a:lnTo>
                  <a:pt x="6621" y="7"/>
                </a:lnTo>
                <a:cubicBezTo>
                  <a:pt x="5287" y="343"/>
                  <a:pt x="4215" y="827"/>
                  <a:pt x="3554" y="1400"/>
                </a:cubicBezTo>
                <a:lnTo>
                  <a:pt x="3536" y="1415"/>
                </a:lnTo>
                <a:lnTo>
                  <a:pt x="0" y="1415"/>
                </a:lnTo>
                <a:lnTo>
                  <a:pt x="16" y="1406"/>
                </a:lnTo>
                <a:cubicBezTo>
                  <a:pt x="1465" y="578"/>
                  <a:pt x="3867" y="28"/>
                  <a:pt x="6599" y="0"/>
                </a:cubicBezTo>
                <a:lnTo>
                  <a:pt x="6647" y="0"/>
                </a:lnTo>
                <a:close/>
              </a:path>
            </a:pathLst>
          </a:custGeom>
          <a:solidFill>
            <a:srgbClr val="C7DC7E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 fontAlgn="base"/>
            <a:endParaRPr lang="zh-CN" altLang="en-US" strike="noStrike" noProof="1"/>
          </a:p>
        </p:txBody>
      </p:sp>
      <p:sp>
        <p:nvSpPr>
          <p:cNvPr id="28" name="矩形 27"/>
          <p:cNvSpPr/>
          <p:nvPr userDrawn="1"/>
        </p:nvSpPr>
        <p:spPr>
          <a:xfrm>
            <a:off x="130175" y="198438"/>
            <a:ext cx="1501775" cy="1547813"/>
          </a:xfrm>
          <a:prstGeom prst="rect">
            <a:avLst/>
          </a:prstGeom>
          <a:blipFill rotWithShape="1">
            <a:blip r:embed="rId3">
              <a:alphaModFix amt="60000"/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 fontAlgn="base"/>
            <a:endParaRPr lang="zh-CN" altLang="en-US" strike="noStrike" noProof="1"/>
          </a:p>
        </p:txBody>
      </p:sp>
      <p:sp>
        <p:nvSpPr>
          <p:cNvPr id="30" name="矩形 29"/>
          <p:cNvSpPr/>
          <p:nvPr userDrawn="1"/>
        </p:nvSpPr>
        <p:spPr>
          <a:xfrm>
            <a:off x="381000" y="41275"/>
            <a:ext cx="3151188" cy="2667000"/>
          </a:xfrm>
          <a:prstGeom prst="rect">
            <a:avLst/>
          </a:prstGeom>
          <a:blipFill rotWithShape="1">
            <a:blip r:embed="rId4">
              <a:alphaModFix amt="80000"/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 fontAlgn="base"/>
            <a:endParaRPr lang="zh-CN" altLang="en-US" strike="noStrike" noProof="1"/>
          </a:p>
        </p:txBody>
      </p:sp>
      <p:sp>
        <p:nvSpPr>
          <p:cNvPr id="31" name="矩形 30"/>
          <p:cNvSpPr/>
          <p:nvPr userDrawn="1"/>
        </p:nvSpPr>
        <p:spPr>
          <a:xfrm>
            <a:off x="4148138" y="41275"/>
            <a:ext cx="2468563" cy="1739900"/>
          </a:xfrm>
          <a:prstGeom prst="rect">
            <a:avLst/>
          </a:prstGeom>
          <a:blipFill rotWithShape="1">
            <a:blip r:embed="rId5">
              <a:alphaModFix amt="60000"/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 fontAlgn="base"/>
            <a:endParaRPr lang="zh-CN" altLang="en-US" strike="noStrike" noProof="1"/>
          </a:p>
        </p:txBody>
      </p:sp>
      <p:pic>
        <p:nvPicPr>
          <p:cNvPr id="15371" name="图片 39" descr="小花 - 副本"/>
          <p:cNvPicPr>
            <a:picLocks noChangeAspect="1"/>
          </p:cNvPicPr>
          <p:nvPr userDrawn="1"/>
        </p:nvPicPr>
        <p:blipFill>
          <a:blip r:embed="rId6">
            <a:clrChange>
              <a:clrFrom>
                <a:srgbClr val="FDFDFD"/>
              </a:clrFrom>
              <a:clrTo>
                <a:srgbClr val="FDFDFD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1356975" y="6099175"/>
            <a:ext cx="590550" cy="6445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5372" name="图片 40" descr="小花 - 副本"/>
          <p:cNvPicPr>
            <a:picLocks noChangeAspect="1"/>
          </p:cNvPicPr>
          <p:nvPr userDrawn="1"/>
        </p:nvPicPr>
        <p:blipFill>
          <a:blip r:embed="rId6">
            <a:clrChange>
              <a:clrFrom>
                <a:srgbClr val="FDFDFD"/>
              </a:clrFrom>
              <a:clrTo>
                <a:srgbClr val="FDFDFD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479088" y="5559425"/>
            <a:ext cx="379412" cy="41275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5373" name="图片 41" descr="小花"/>
          <p:cNvPicPr>
            <a:picLocks noChangeAspect="1"/>
          </p:cNvPicPr>
          <p:nvPr userDrawn="1"/>
        </p:nvPicPr>
        <p:blipFill>
          <a:blip r:embed="rId7">
            <a:clrChange>
              <a:clrFrom>
                <a:srgbClr val="F6F6F6"/>
              </a:clrFrom>
              <a:clrTo>
                <a:srgbClr val="F6F6F6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363200" y="6226175"/>
            <a:ext cx="611188" cy="684213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5374" name="图片 42" descr="小花"/>
          <p:cNvPicPr>
            <a:picLocks noChangeAspect="1"/>
          </p:cNvPicPr>
          <p:nvPr userDrawn="1"/>
        </p:nvPicPr>
        <p:blipFill>
          <a:blip r:embed="rId7">
            <a:clrChange>
              <a:clrFrom>
                <a:srgbClr val="F6F6F6"/>
              </a:clrFrom>
              <a:clrTo>
                <a:srgbClr val="F6F6F6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9480550" y="6492875"/>
            <a:ext cx="373063" cy="417513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5375" name="图片 43" descr="小花 - 副本 (2) - 副本"/>
          <p:cNvPicPr>
            <a:picLocks noChangeAspect="1"/>
          </p:cNvPicPr>
          <p:nvPr userDrawn="1"/>
        </p:nvPicPr>
        <p:blipFill>
          <a:blip r:embed="rId8">
            <a:clrChange>
              <a:clrFrom>
                <a:srgbClr val="FEFEFE"/>
              </a:clrFrom>
              <a:clrTo>
                <a:srgbClr val="FEFEFE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937500" y="6467475"/>
            <a:ext cx="501650" cy="46513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7" name="矩形 46"/>
          <p:cNvSpPr/>
          <p:nvPr userDrawn="1"/>
        </p:nvSpPr>
        <p:spPr>
          <a:xfrm>
            <a:off x="8313738" y="5100638"/>
            <a:ext cx="1073150" cy="1392238"/>
          </a:xfrm>
          <a:prstGeom prst="rect">
            <a:avLst/>
          </a:prstGeom>
          <a:blipFill rotWithShape="1">
            <a:blip r:embed="rId9">
              <a:alphaModFix amt="80000"/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 fontAlgn="base"/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solidFill>
          <a:srgbClr val="FFF6D3">
            <a:alpha val="7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995535" y="6067425"/>
            <a:ext cx="2110740" cy="525780"/>
          </a:xfrm>
          <a:prstGeom prst="rect">
            <a:avLst/>
          </a:prstGeom>
        </p:spPr>
      </p:pic>
      <p:pic>
        <p:nvPicPr>
          <p:cNvPr id="16387" name="图片 99" descr="收人头 额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285413" y="3476625"/>
            <a:ext cx="1547812" cy="221297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6388" name="图片 98" descr="图片3.png成功后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916863" y="3827463"/>
            <a:ext cx="1554162" cy="22113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6389" name="图片 96" descr="图片3.png煽风点火"/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658813" y="3721100"/>
            <a:ext cx="1530350" cy="19685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6390" name="图片 95" descr="图片2"/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2414588" y="3914775"/>
            <a:ext cx="2743200" cy="21399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5" name="任意多边形 34"/>
          <p:cNvSpPr/>
          <p:nvPr userDrawn="1"/>
        </p:nvSpPr>
        <p:spPr>
          <a:xfrm>
            <a:off x="-11112" y="4422775"/>
            <a:ext cx="12214225" cy="2449513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9235" h="3857">
                <a:moveTo>
                  <a:pt x="19235" y="0"/>
                </a:moveTo>
                <a:lnTo>
                  <a:pt x="19235" y="3857"/>
                </a:lnTo>
                <a:lnTo>
                  <a:pt x="0" y="3857"/>
                </a:lnTo>
                <a:lnTo>
                  <a:pt x="0" y="2460"/>
                </a:lnTo>
                <a:lnTo>
                  <a:pt x="59" y="2472"/>
                </a:lnTo>
                <a:cubicBezTo>
                  <a:pt x="2400" y="2966"/>
                  <a:pt x="5306" y="3154"/>
                  <a:pt x="8431" y="2936"/>
                </a:cubicBezTo>
                <a:cubicBezTo>
                  <a:pt x="12920" y="2622"/>
                  <a:pt x="16843" y="1541"/>
                  <a:pt x="19227" y="131"/>
                </a:cubicBezTo>
                <a:lnTo>
                  <a:pt x="19234" y="127"/>
                </a:lnTo>
                <a:lnTo>
                  <a:pt x="19234" y="1"/>
                </a:lnTo>
                <a:lnTo>
                  <a:pt x="19235" y="0"/>
                </a:lnTo>
                <a:close/>
              </a:path>
            </a:pathLst>
          </a:cu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 fontAlgn="auto"/>
            <a:endParaRPr lang="zh-CN" altLang="en-US" strike="noStrike" noProof="1"/>
          </a:p>
        </p:txBody>
      </p:sp>
      <p:sp>
        <p:nvSpPr>
          <p:cNvPr id="43" name="任意多边形 42"/>
          <p:cNvSpPr/>
          <p:nvPr userDrawn="1"/>
        </p:nvSpPr>
        <p:spPr>
          <a:xfrm>
            <a:off x="-11112" y="4246563"/>
            <a:ext cx="12214225" cy="1443038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9235" h="2272">
                <a:moveTo>
                  <a:pt x="0" y="0"/>
                </a:moveTo>
                <a:lnTo>
                  <a:pt x="16" y="6"/>
                </a:lnTo>
                <a:cubicBezTo>
                  <a:pt x="2400" y="843"/>
                  <a:pt x="5924" y="1374"/>
                  <a:pt x="9856" y="1374"/>
                </a:cubicBezTo>
                <a:cubicBezTo>
                  <a:pt x="13538" y="1374"/>
                  <a:pt x="16862" y="909"/>
                  <a:pt x="19228" y="162"/>
                </a:cubicBezTo>
                <a:lnTo>
                  <a:pt x="19235" y="159"/>
                </a:lnTo>
                <a:lnTo>
                  <a:pt x="19235" y="277"/>
                </a:lnTo>
                <a:lnTo>
                  <a:pt x="19234" y="277"/>
                </a:lnTo>
                <a:cubicBezTo>
                  <a:pt x="16995" y="1469"/>
                  <a:pt x="12773" y="2272"/>
                  <a:pt x="7934" y="2272"/>
                </a:cubicBezTo>
                <a:cubicBezTo>
                  <a:pt x="4986" y="2272"/>
                  <a:pt x="2266" y="1973"/>
                  <a:pt x="84" y="1471"/>
                </a:cubicBezTo>
                <a:lnTo>
                  <a:pt x="0" y="1451"/>
                </a:lnTo>
                <a:lnTo>
                  <a:pt x="0" y="0"/>
                </a:lnTo>
                <a:close/>
              </a:path>
            </a:pathLst>
          </a:custGeom>
          <a:solidFill>
            <a:srgbClr val="CDEFF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/>
            <a:endParaRPr lang="zh-CN" altLang="en-US" strike="noStrike" noProof="1"/>
          </a:p>
        </p:txBody>
      </p:sp>
      <p:sp>
        <p:nvSpPr>
          <p:cNvPr id="57" name="任意多边形 56"/>
          <p:cNvSpPr/>
          <p:nvPr userDrawn="1"/>
        </p:nvSpPr>
        <p:spPr>
          <a:xfrm>
            <a:off x="-11112" y="4422775"/>
            <a:ext cx="12214225" cy="192087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9234" h="3025">
                <a:moveTo>
                  <a:pt x="19234" y="0"/>
                </a:moveTo>
                <a:lnTo>
                  <a:pt x="19234" y="126"/>
                </a:lnTo>
                <a:lnTo>
                  <a:pt x="19227" y="131"/>
                </a:lnTo>
                <a:cubicBezTo>
                  <a:pt x="16843" y="1540"/>
                  <a:pt x="12920" y="2621"/>
                  <a:pt x="8431" y="2935"/>
                </a:cubicBezTo>
                <a:cubicBezTo>
                  <a:pt x="5306" y="3154"/>
                  <a:pt x="2400" y="2966"/>
                  <a:pt x="59" y="2472"/>
                </a:cubicBezTo>
                <a:lnTo>
                  <a:pt x="0" y="2459"/>
                </a:lnTo>
                <a:lnTo>
                  <a:pt x="0" y="1174"/>
                </a:lnTo>
                <a:lnTo>
                  <a:pt x="84" y="1194"/>
                </a:lnTo>
                <a:cubicBezTo>
                  <a:pt x="2266" y="1696"/>
                  <a:pt x="4986" y="1994"/>
                  <a:pt x="7934" y="1994"/>
                </a:cubicBezTo>
                <a:cubicBezTo>
                  <a:pt x="12773" y="1994"/>
                  <a:pt x="16995" y="1191"/>
                  <a:pt x="19234" y="0"/>
                </a:cubicBezTo>
                <a:lnTo>
                  <a:pt x="19234" y="0"/>
                </a:lnTo>
                <a:close/>
              </a:path>
            </a:pathLst>
          </a:custGeom>
          <a:solidFill>
            <a:srgbClr val="B2DC7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/>
            <a:endParaRPr lang="zh-CN" altLang="en-US" strike="noStrike" noProof="1"/>
          </a:p>
        </p:txBody>
      </p:sp>
      <p:pic>
        <p:nvPicPr>
          <p:cNvPr id="16395" name="图片 74" descr="闪电发货"/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9132888" y="1514475"/>
            <a:ext cx="2247900" cy="10890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6396" name="图片 76" descr="萨的几率 - 副本"/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323850" y="-304800"/>
            <a:ext cx="4572000" cy="1690688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6397" name="图片 79" descr="阿顿时立刻 - 副本"/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500063" y="2974975"/>
            <a:ext cx="763587" cy="419100"/>
          </a:xfrm>
          <a:prstGeom prst="rect">
            <a:avLst/>
          </a:prstGeom>
          <a:noFill/>
          <a:ln w="9525">
            <a:noFill/>
          </a:ln>
        </p:spPr>
      </p:pic>
      <p:cxnSp>
        <p:nvCxnSpPr>
          <p:cNvPr id="85" name="直接连接符 84"/>
          <p:cNvCxnSpPr/>
          <p:nvPr userDrawn="1"/>
        </p:nvCxnSpPr>
        <p:spPr>
          <a:xfrm>
            <a:off x="1130300" y="3133725"/>
            <a:ext cx="53975" cy="139700"/>
          </a:xfrm>
          <a:prstGeom prst="line">
            <a:avLst/>
          </a:prstGeom>
          <a:ln w="127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直接连接符 85"/>
          <p:cNvCxnSpPr/>
          <p:nvPr userDrawn="1"/>
        </p:nvCxnSpPr>
        <p:spPr>
          <a:xfrm>
            <a:off x="1196975" y="3130550"/>
            <a:ext cx="28575" cy="77788"/>
          </a:xfrm>
          <a:prstGeom prst="line">
            <a:avLst/>
          </a:prstGeom>
          <a:ln w="127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400" name="图片 88" descr="语"/>
          <p:cNvPicPr>
            <a:picLocks noChangeAspect="1"/>
          </p:cNvPicPr>
          <p:nvPr userDrawn="1"/>
        </p:nvPicPr>
        <p:blipFill>
          <a:blip r:embed="rId10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29349" t="21164" r="35045" b="28447"/>
          <a:stretch>
            <a:fillRect/>
          </a:stretch>
        </p:blipFill>
        <p:spPr>
          <a:xfrm rot="-360000">
            <a:off x="1704975" y="1841500"/>
            <a:ext cx="1524000" cy="1344613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6401" name="图片 89" descr="文"/>
          <p:cNvPicPr>
            <a:picLocks noChangeAspect="1"/>
          </p:cNvPicPr>
          <p:nvPr userDrawn="1"/>
        </p:nvPicPr>
        <p:blipFill>
          <a:blip r:embed="rId1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31392" t="19637" r="30234" b="26183"/>
          <a:stretch>
            <a:fillRect/>
          </a:stretch>
        </p:blipFill>
        <p:spPr>
          <a:xfrm rot="600000">
            <a:off x="3040063" y="1857375"/>
            <a:ext cx="1544637" cy="1344613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6402" name="图片 90" descr="园"/>
          <p:cNvPicPr>
            <a:picLocks noChangeAspect="1"/>
          </p:cNvPicPr>
          <p:nvPr userDrawn="1"/>
        </p:nvPicPr>
        <p:blipFill>
          <a:blip r:embed="rId1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32253" t="22099" r="24092" b="21066"/>
          <a:stretch>
            <a:fillRect/>
          </a:stretch>
        </p:blipFill>
        <p:spPr>
          <a:xfrm>
            <a:off x="4286250" y="1898650"/>
            <a:ext cx="1422400" cy="12795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6403" name="图片 91" descr="地"/>
          <p:cNvPicPr>
            <a:picLocks noChangeAspect="1"/>
          </p:cNvPicPr>
          <p:nvPr userDrawn="1"/>
        </p:nvPicPr>
        <p:blipFill>
          <a:blip r:embed="rId1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22844" t="20935" r="29845" b="21388"/>
          <a:stretch>
            <a:fillRect/>
          </a:stretch>
        </p:blipFill>
        <p:spPr>
          <a:xfrm rot="660000">
            <a:off x="5564188" y="1808163"/>
            <a:ext cx="1651000" cy="159385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6405" name="图片 101" descr="阿尔法狗"/>
          <p:cNvPicPr>
            <a:picLocks noChangeAspect="1"/>
          </p:cNvPicPr>
          <p:nvPr userDrawn="1"/>
        </p:nvPicPr>
        <p:blipFill>
          <a:blip r:embed="rId14"/>
          <a:srcRect l="40222"/>
          <a:stretch>
            <a:fillRect/>
          </a:stretch>
        </p:blipFill>
        <p:spPr>
          <a:xfrm>
            <a:off x="6686550" y="-26987"/>
            <a:ext cx="2733675" cy="169227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6406" name="图片 102" descr="阿尔法狗"/>
          <p:cNvPicPr>
            <a:picLocks noChangeAspect="1"/>
          </p:cNvPicPr>
          <p:nvPr userDrawn="1"/>
        </p:nvPicPr>
        <p:blipFill>
          <a:blip r:embed="rId14"/>
          <a:srcRect l="13333" r="56000"/>
          <a:stretch>
            <a:fillRect/>
          </a:stretch>
        </p:blipFill>
        <p:spPr>
          <a:xfrm>
            <a:off x="5284788" y="-488950"/>
            <a:ext cx="1401762" cy="169227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779635" y="5942965"/>
            <a:ext cx="2110740" cy="525780"/>
          </a:xfrm>
          <a:prstGeom prst="rect">
            <a:avLst/>
          </a:prstGeom>
        </p:spPr>
      </p:pic>
      <p:pic>
        <p:nvPicPr>
          <p:cNvPr id="4" name="图片 1"/>
          <p:cNvPicPr>
            <a:picLocks noChangeAspect="1"/>
          </p:cNvPicPr>
          <p:nvPr userDrawn="1"/>
        </p:nvPicPr>
        <p:blipFill>
          <a:blip r:embed="rId15"/>
          <a:stretch>
            <a:fillRect/>
          </a:stretch>
        </p:blipFill>
        <p:spPr>
          <a:xfrm>
            <a:off x="10130790" y="611505"/>
            <a:ext cx="1430655" cy="63817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solidFill>
          <a:srgbClr val="FFF6D3">
            <a:alpha val="7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11" name="图片 1" descr="图片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071100" y="631825"/>
            <a:ext cx="1463675" cy="5175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任意多边形 2"/>
          <p:cNvSpPr/>
          <p:nvPr userDrawn="1"/>
        </p:nvSpPr>
        <p:spPr>
          <a:xfrm>
            <a:off x="-15875" y="0"/>
            <a:ext cx="12207875" cy="686752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7408" h="9008">
                <a:moveTo>
                  <a:pt x="760" y="679"/>
                </a:moveTo>
                <a:lnTo>
                  <a:pt x="760" y="8329"/>
                </a:lnTo>
                <a:lnTo>
                  <a:pt x="16649" y="8329"/>
                </a:lnTo>
                <a:lnTo>
                  <a:pt x="16649" y="679"/>
                </a:lnTo>
                <a:lnTo>
                  <a:pt x="760" y="679"/>
                </a:lnTo>
                <a:close/>
                <a:moveTo>
                  <a:pt x="0" y="0"/>
                </a:moveTo>
                <a:lnTo>
                  <a:pt x="17408" y="0"/>
                </a:lnTo>
                <a:lnTo>
                  <a:pt x="17408" y="9008"/>
                </a:lnTo>
                <a:lnTo>
                  <a:pt x="0" y="9008"/>
                </a:lnTo>
                <a:lnTo>
                  <a:pt x="0" y="0"/>
                </a:lnTo>
                <a:close/>
              </a:path>
            </a:pathLst>
          </a:custGeom>
          <a:solidFill>
            <a:srgbClr val="CDEFFB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 fontAlgn="base"/>
            <a:endParaRPr lang="zh-CN" altLang="en-US" strike="noStrike" noProof="1"/>
          </a:p>
        </p:txBody>
      </p:sp>
      <p:sp>
        <p:nvSpPr>
          <p:cNvPr id="8" name="矩形 7"/>
          <p:cNvSpPr/>
          <p:nvPr userDrawn="1"/>
        </p:nvSpPr>
        <p:spPr>
          <a:xfrm>
            <a:off x="-15875" y="-3175"/>
            <a:ext cx="2401888" cy="1893888"/>
          </a:xfrm>
          <a:prstGeom prst="rect">
            <a:avLst/>
          </a:prstGeom>
          <a:blipFill rotWithShape="1">
            <a:blip r:embed="rId3">
              <a:alphaModFix amt="60000"/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 fontAlgn="base"/>
            <a:endParaRPr lang="zh-CN" altLang="en-US" strike="noStrike" noProof="1"/>
          </a:p>
        </p:txBody>
      </p:sp>
      <p:sp>
        <p:nvSpPr>
          <p:cNvPr id="11" name="矩形 10"/>
          <p:cNvSpPr/>
          <p:nvPr userDrawn="1"/>
        </p:nvSpPr>
        <p:spPr>
          <a:xfrm>
            <a:off x="10283825" y="5068888"/>
            <a:ext cx="1038225" cy="1535113"/>
          </a:xfrm>
          <a:prstGeom prst="rect">
            <a:avLst/>
          </a:prstGeom>
          <a:blipFill rotWithShape="1">
            <a:blip r:embed="rId4">
              <a:alphaModFix amt="70000"/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 fontAlgn="base"/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标题和内容">
    <p:bg>
      <p:bgPr>
        <a:solidFill>
          <a:srgbClr val="FFF6D3">
            <a:alpha val="7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35" name="图片 1" descr="图片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071100" y="631825"/>
            <a:ext cx="1463675" cy="5175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任意多边形 2"/>
          <p:cNvSpPr/>
          <p:nvPr userDrawn="1"/>
        </p:nvSpPr>
        <p:spPr>
          <a:xfrm>
            <a:off x="-15875" y="0"/>
            <a:ext cx="12207875" cy="686752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7408" h="9008">
                <a:moveTo>
                  <a:pt x="760" y="679"/>
                </a:moveTo>
                <a:lnTo>
                  <a:pt x="760" y="8329"/>
                </a:lnTo>
                <a:lnTo>
                  <a:pt x="16649" y="8329"/>
                </a:lnTo>
                <a:lnTo>
                  <a:pt x="16649" y="679"/>
                </a:lnTo>
                <a:lnTo>
                  <a:pt x="760" y="679"/>
                </a:lnTo>
                <a:close/>
                <a:moveTo>
                  <a:pt x="0" y="0"/>
                </a:moveTo>
                <a:lnTo>
                  <a:pt x="17408" y="0"/>
                </a:lnTo>
                <a:lnTo>
                  <a:pt x="17408" y="9008"/>
                </a:lnTo>
                <a:lnTo>
                  <a:pt x="0" y="9008"/>
                </a:lnTo>
                <a:lnTo>
                  <a:pt x="0" y="0"/>
                </a:lnTo>
                <a:close/>
              </a:path>
            </a:pathLst>
          </a:custGeom>
          <a:solidFill>
            <a:srgbClr val="CDEFFB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 fontAlgn="base"/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Pr>
        <a:solidFill>
          <a:srgbClr val="FFF6D3">
            <a:alpha val="7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任意多边形 2"/>
          <p:cNvSpPr/>
          <p:nvPr userDrawn="1"/>
        </p:nvSpPr>
        <p:spPr>
          <a:xfrm>
            <a:off x="-15875" y="0"/>
            <a:ext cx="12207875" cy="686752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7408" h="9008">
                <a:moveTo>
                  <a:pt x="760" y="679"/>
                </a:moveTo>
                <a:lnTo>
                  <a:pt x="760" y="8329"/>
                </a:lnTo>
                <a:lnTo>
                  <a:pt x="16649" y="8329"/>
                </a:lnTo>
                <a:lnTo>
                  <a:pt x="16649" y="679"/>
                </a:lnTo>
                <a:lnTo>
                  <a:pt x="760" y="679"/>
                </a:lnTo>
                <a:close/>
                <a:moveTo>
                  <a:pt x="0" y="0"/>
                </a:moveTo>
                <a:lnTo>
                  <a:pt x="17408" y="0"/>
                </a:lnTo>
                <a:lnTo>
                  <a:pt x="17408" y="9008"/>
                </a:lnTo>
                <a:lnTo>
                  <a:pt x="0" y="9008"/>
                </a:lnTo>
                <a:lnTo>
                  <a:pt x="0" y="0"/>
                </a:lnTo>
                <a:close/>
              </a:path>
            </a:pathLst>
          </a:custGeom>
          <a:solidFill>
            <a:srgbClr val="B2DC7B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 fontAlgn="base"/>
            <a:endParaRPr lang="zh-CN" altLang="en-US" strike="noStrike" noProof="1"/>
          </a:p>
        </p:txBody>
      </p:sp>
      <p:pic>
        <p:nvPicPr>
          <p:cNvPr id="19460" name="图片 3" descr="图片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071100" y="631825"/>
            <a:ext cx="1463675" cy="5175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5" name="矩形 4"/>
          <p:cNvSpPr/>
          <p:nvPr userDrawn="1"/>
        </p:nvSpPr>
        <p:spPr>
          <a:xfrm>
            <a:off x="-530225" y="-261937"/>
            <a:ext cx="2481263" cy="2460625"/>
          </a:xfrm>
          <a:prstGeom prst="rect">
            <a:avLst/>
          </a:prstGeom>
          <a:blipFill rotWithShape="1">
            <a:blip r:embed="rId3">
              <a:alphaModFix amt="70000"/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 fontAlgn="base"/>
            <a:endParaRPr lang="zh-CN" altLang="en-US" strike="noStrike" noProof="1"/>
          </a:p>
        </p:txBody>
      </p:sp>
      <p:sp>
        <p:nvSpPr>
          <p:cNvPr id="6" name="矩形 5"/>
          <p:cNvSpPr/>
          <p:nvPr userDrawn="1"/>
        </p:nvSpPr>
        <p:spPr>
          <a:xfrm>
            <a:off x="10117138" y="4895850"/>
            <a:ext cx="1258888" cy="1695450"/>
          </a:xfrm>
          <a:prstGeom prst="rect">
            <a:avLst/>
          </a:prstGeom>
          <a:blipFill rotWithShape="1">
            <a:blip r:embed="rId4">
              <a:alphaModFix amt="70000"/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 fontAlgn="base"/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1_节标题">
    <p:bg>
      <p:bgPr>
        <a:solidFill>
          <a:srgbClr val="FFF6D3">
            <a:alpha val="7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任意多边形 2"/>
          <p:cNvSpPr/>
          <p:nvPr userDrawn="1"/>
        </p:nvSpPr>
        <p:spPr>
          <a:xfrm>
            <a:off x="-15875" y="0"/>
            <a:ext cx="12207875" cy="686752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7408" h="9008">
                <a:moveTo>
                  <a:pt x="760" y="679"/>
                </a:moveTo>
                <a:lnTo>
                  <a:pt x="760" y="8329"/>
                </a:lnTo>
                <a:lnTo>
                  <a:pt x="16649" y="8329"/>
                </a:lnTo>
                <a:lnTo>
                  <a:pt x="16649" y="679"/>
                </a:lnTo>
                <a:lnTo>
                  <a:pt x="760" y="679"/>
                </a:lnTo>
                <a:close/>
                <a:moveTo>
                  <a:pt x="0" y="0"/>
                </a:moveTo>
                <a:lnTo>
                  <a:pt x="17408" y="0"/>
                </a:lnTo>
                <a:lnTo>
                  <a:pt x="17408" y="9008"/>
                </a:lnTo>
                <a:lnTo>
                  <a:pt x="0" y="9008"/>
                </a:lnTo>
                <a:lnTo>
                  <a:pt x="0" y="0"/>
                </a:lnTo>
                <a:close/>
              </a:path>
            </a:pathLst>
          </a:custGeom>
          <a:solidFill>
            <a:srgbClr val="B2DC7B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 fontAlgn="base"/>
            <a:endParaRPr lang="zh-CN" altLang="en-US" strike="noStrike" noProof="1"/>
          </a:p>
        </p:txBody>
      </p:sp>
      <p:pic>
        <p:nvPicPr>
          <p:cNvPr id="20484" name="图片 3" descr="图片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071100" y="631825"/>
            <a:ext cx="1463675" cy="51752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bg>
      <p:bgPr>
        <a:solidFill>
          <a:srgbClr val="FFF6D3">
            <a:alpha val="7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任意多边形 2"/>
          <p:cNvSpPr/>
          <p:nvPr userDrawn="1"/>
        </p:nvSpPr>
        <p:spPr>
          <a:xfrm>
            <a:off x="-15875" y="0"/>
            <a:ext cx="12207875" cy="686752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7408" h="9008">
                <a:moveTo>
                  <a:pt x="760" y="679"/>
                </a:moveTo>
                <a:lnTo>
                  <a:pt x="760" y="8329"/>
                </a:lnTo>
                <a:lnTo>
                  <a:pt x="16649" y="8329"/>
                </a:lnTo>
                <a:lnTo>
                  <a:pt x="16649" y="679"/>
                </a:lnTo>
                <a:lnTo>
                  <a:pt x="760" y="679"/>
                </a:lnTo>
                <a:close/>
                <a:moveTo>
                  <a:pt x="0" y="0"/>
                </a:moveTo>
                <a:lnTo>
                  <a:pt x="17408" y="0"/>
                </a:lnTo>
                <a:lnTo>
                  <a:pt x="17408" y="9008"/>
                </a:lnTo>
                <a:lnTo>
                  <a:pt x="0" y="9008"/>
                </a:lnTo>
                <a:lnTo>
                  <a:pt x="0" y="0"/>
                </a:lnTo>
                <a:close/>
              </a:path>
            </a:pathLst>
          </a:custGeom>
          <a:solidFill>
            <a:srgbClr val="FFE699">
              <a:alpha val="3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 fontAlgn="base"/>
            <a:endParaRPr lang="zh-CN" altLang="en-US" strike="noStrike" noProof="1"/>
          </a:p>
        </p:txBody>
      </p:sp>
      <p:pic>
        <p:nvPicPr>
          <p:cNvPr id="21508" name="图片 3" descr="图片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071100" y="631825"/>
            <a:ext cx="1463675" cy="5175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9" name="矩形 8"/>
          <p:cNvSpPr/>
          <p:nvPr userDrawn="1"/>
        </p:nvSpPr>
        <p:spPr>
          <a:xfrm>
            <a:off x="-15875" y="295275"/>
            <a:ext cx="2438400" cy="1670050"/>
          </a:xfrm>
          <a:prstGeom prst="rect">
            <a:avLst/>
          </a:prstGeom>
          <a:blipFill rotWithShape="1">
            <a:blip r:embed="rId3">
              <a:alphaModFix amt="60000"/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 fontAlgn="base"/>
            <a:endParaRPr lang="zh-CN" altLang="en-US" strike="noStrike" noProof="1"/>
          </a:p>
        </p:txBody>
      </p:sp>
      <p:sp>
        <p:nvSpPr>
          <p:cNvPr id="10" name="矩形 9"/>
          <p:cNvSpPr/>
          <p:nvPr userDrawn="1"/>
        </p:nvSpPr>
        <p:spPr>
          <a:xfrm>
            <a:off x="10323513" y="4873625"/>
            <a:ext cx="958850" cy="1708150"/>
          </a:xfrm>
          <a:prstGeom prst="rect">
            <a:avLst/>
          </a:prstGeom>
          <a:blipFill rotWithShape="1">
            <a:blip r:embed="rId4">
              <a:alphaModFix amt="60000"/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 fontAlgn="base"/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1_两栏内容">
    <p:bg>
      <p:bgPr>
        <a:solidFill>
          <a:srgbClr val="FFF6D3">
            <a:alpha val="7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任意多边形 2"/>
          <p:cNvSpPr/>
          <p:nvPr userDrawn="1"/>
        </p:nvSpPr>
        <p:spPr>
          <a:xfrm>
            <a:off x="-15875" y="0"/>
            <a:ext cx="12207875" cy="686752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7408" h="9008">
                <a:moveTo>
                  <a:pt x="760" y="679"/>
                </a:moveTo>
                <a:lnTo>
                  <a:pt x="760" y="8329"/>
                </a:lnTo>
                <a:lnTo>
                  <a:pt x="16649" y="8329"/>
                </a:lnTo>
                <a:lnTo>
                  <a:pt x="16649" y="679"/>
                </a:lnTo>
                <a:lnTo>
                  <a:pt x="760" y="679"/>
                </a:lnTo>
                <a:close/>
                <a:moveTo>
                  <a:pt x="0" y="0"/>
                </a:moveTo>
                <a:lnTo>
                  <a:pt x="17408" y="0"/>
                </a:lnTo>
                <a:lnTo>
                  <a:pt x="17408" y="9008"/>
                </a:lnTo>
                <a:lnTo>
                  <a:pt x="0" y="9008"/>
                </a:lnTo>
                <a:lnTo>
                  <a:pt x="0" y="0"/>
                </a:lnTo>
                <a:close/>
              </a:path>
            </a:pathLst>
          </a:custGeom>
          <a:solidFill>
            <a:srgbClr val="FFE699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 fontAlgn="base"/>
            <a:endParaRPr lang="zh-CN" altLang="en-US" strike="noStrike" noProof="1"/>
          </a:p>
        </p:txBody>
      </p:sp>
      <p:pic>
        <p:nvPicPr>
          <p:cNvPr id="22532" name="图片 3" descr="图片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071100" y="631825"/>
            <a:ext cx="1463675" cy="51752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bg>
      <p:bgPr>
        <a:solidFill>
          <a:srgbClr val="FFF6D3">
            <a:alpha val="7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任意多边形 2"/>
          <p:cNvSpPr/>
          <p:nvPr userDrawn="1"/>
        </p:nvSpPr>
        <p:spPr>
          <a:xfrm>
            <a:off x="-7937" y="-4762"/>
            <a:ext cx="12207875" cy="686752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7408" h="9008">
                <a:moveTo>
                  <a:pt x="760" y="679"/>
                </a:moveTo>
                <a:lnTo>
                  <a:pt x="760" y="8329"/>
                </a:lnTo>
                <a:lnTo>
                  <a:pt x="16649" y="8329"/>
                </a:lnTo>
                <a:lnTo>
                  <a:pt x="16649" y="679"/>
                </a:lnTo>
                <a:lnTo>
                  <a:pt x="760" y="679"/>
                </a:lnTo>
                <a:close/>
                <a:moveTo>
                  <a:pt x="0" y="0"/>
                </a:moveTo>
                <a:lnTo>
                  <a:pt x="17408" y="0"/>
                </a:lnTo>
                <a:lnTo>
                  <a:pt x="17408" y="9008"/>
                </a:lnTo>
                <a:lnTo>
                  <a:pt x="0" y="9008"/>
                </a:lnTo>
                <a:lnTo>
                  <a:pt x="0" y="0"/>
                </a:lnTo>
                <a:close/>
              </a:path>
            </a:pathLst>
          </a:custGeom>
          <a:solidFill>
            <a:srgbClr val="5A83F9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 fontAlgn="base"/>
            <a:endParaRPr lang="zh-CN" altLang="en-US" strike="noStrike" noProof="1"/>
          </a:p>
        </p:txBody>
      </p:sp>
      <p:pic>
        <p:nvPicPr>
          <p:cNvPr id="23556" name="图片 3" descr="图片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071100" y="631825"/>
            <a:ext cx="1463675" cy="51752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solidFill>
          <a:srgbClr val="FFF6D3">
            <a:alpha val="7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任意多边形 2"/>
          <p:cNvSpPr/>
          <p:nvPr userDrawn="1"/>
        </p:nvSpPr>
        <p:spPr>
          <a:xfrm>
            <a:off x="-7937" y="-4762"/>
            <a:ext cx="12207875" cy="686752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7408" h="9008">
                <a:moveTo>
                  <a:pt x="760" y="679"/>
                </a:moveTo>
                <a:lnTo>
                  <a:pt x="760" y="8329"/>
                </a:lnTo>
                <a:lnTo>
                  <a:pt x="16649" y="8329"/>
                </a:lnTo>
                <a:lnTo>
                  <a:pt x="16649" y="679"/>
                </a:lnTo>
                <a:lnTo>
                  <a:pt x="760" y="679"/>
                </a:lnTo>
                <a:close/>
                <a:moveTo>
                  <a:pt x="0" y="0"/>
                </a:moveTo>
                <a:lnTo>
                  <a:pt x="17408" y="0"/>
                </a:lnTo>
                <a:lnTo>
                  <a:pt x="17408" y="9008"/>
                </a:lnTo>
                <a:lnTo>
                  <a:pt x="0" y="9008"/>
                </a:lnTo>
                <a:lnTo>
                  <a:pt x="0" y="0"/>
                </a:lnTo>
                <a:close/>
              </a:path>
            </a:pathLst>
          </a:custGeom>
          <a:solidFill>
            <a:srgbClr val="A052AE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 fontAlgn="base"/>
            <a:endParaRPr lang="zh-CN" altLang="en-US" strike="noStrike" noProof="1"/>
          </a:p>
        </p:txBody>
      </p:sp>
      <p:pic>
        <p:nvPicPr>
          <p:cNvPr id="24580" name="图片 3" descr="图片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071100" y="631825"/>
            <a:ext cx="1463675" cy="51752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solidFill>
          <a:srgbClr val="FFF6D3">
            <a:alpha val="7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矩形 45"/>
          <p:cNvSpPr/>
          <p:nvPr userDrawn="1"/>
        </p:nvSpPr>
        <p:spPr>
          <a:xfrm>
            <a:off x="6054725" y="5329238"/>
            <a:ext cx="1114425" cy="1541463"/>
          </a:xfrm>
          <a:prstGeom prst="rect">
            <a:avLst/>
          </a:prstGeom>
          <a:blipFill rotWithShape="1">
            <a:blip r:embed="rId2">
              <a:alphaModFix amt="80000"/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 fontAlgn="base"/>
            <a:endParaRPr lang="zh-CN" altLang="en-US" strike="noStrike" noProof="1"/>
          </a:p>
        </p:txBody>
      </p:sp>
      <p:pic>
        <p:nvPicPr>
          <p:cNvPr id="25604" name="图片 3" descr="图片3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201275" y="411163"/>
            <a:ext cx="1463675" cy="5175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任意多边形 2"/>
          <p:cNvSpPr/>
          <p:nvPr userDrawn="1"/>
        </p:nvSpPr>
        <p:spPr>
          <a:xfrm>
            <a:off x="8407400" y="5276850"/>
            <a:ext cx="3856038" cy="950913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">
                <a:pos x="hc" y="t"/>
              </a:cxn>
              <a:cxn ang="3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">
                <a:pos x="ir" y="it"/>
              </a:cxn>
            </a:cxnLst>
            <a:rect l="l" t="t" r="r" b="b"/>
            <a:pathLst>
              <a:path w="6072" h="1497">
                <a:moveTo>
                  <a:pt x="6054" y="0"/>
                </a:moveTo>
                <a:lnTo>
                  <a:pt x="6072" y="0"/>
                </a:lnTo>
                <a:lnTo>
                  <a:pt x="6072" y="1497"/>
                </a:lnTo>
                <a:lnTo>
                  <a:pt x="6064" y="1495"/>
                </a:lnTo>
                <a:cubicBezTo>
                  <a:pt x="5112" y="1291"/>
                  <a:pt x="4044" y="1176"/>
                  <a:pt x="2917" y="1176"/>
                </a:cubicBezTo>
                <a:cubicBezTo>
                  <a:pt x="1881" y="1176"/>
                  <a:pt x="897" y="1273"/>
                  <a:pt x="5" y="1447"/>
                </a:cubicBezTo>
                <a:lnTo>
                  <a:pt x="0" y="1448"/>
                </a:lnTo>
                <a:lnTo>
                  <a:pt x="25" y="1431"/>
                </a:lnTo>
                <a:cubicBezTo>
                  <a:pt x="1331" y="568"/>
                  <a:pt x="3544" y="0"/>
                  <a:pt x="6054" y="0"/>
                </a:cubicBezTo>
                <a:close/>
              </a:path>
            </a:pathLst>
          </a:custGeom>
          <a:solidFill>
            <a:srgbClr val="B2DC7B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 fontAlgn="base"/>
            <a:endParaRPr lang="zh-CN" altLang="en-US" strike="noStrike" noProof="1"/>
          </a:p>
        </p:txBody>
      </p:sp>
      <p:sp>
        <p:nvSpPr>
          <p:cNvPr id="2" name="任意多边形 1"/>
          <p:cNvSpPr/>
          <p:nvPr userDrawn="1"/>
        </p:nvSpPr>
        <p:spPr>
          <a:xfrm>
            <a:off x="8582025" y="5802313"/>
            <a:ext cx="3681413" cy="1068388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">
                <a:pos x="hc" y="t"/>
              </a:cxn>
              <a:cxn ang="3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">
                <a:pos x="ir" y="it"/>
              </a:cxn>
            </a:cxnLst>
            <a:rect l="l" t="t" r="r" b="b"/>
            <a:pathLst>
              <a:path w="5798" h="1683">
                <a:moveTo>
                  <a:pt x="5798" y="0"/>
                </a:moveTo>
                <a:lnTo>
                  <a:pt x="5798" y="1683"/>
                </a:lnTo>
                <a:lnTo>
                  <a:pt x="0" y="1683"/>
                </a:lnTo>
                <a:lnTo>
                  <a:pt x="24" y="1663"/>
                </a:lnTo>
                <a:cubicBezTo>
                  <a:pt x="1168" y="743"/>
                  <a:pt x="3284" y="97"/>
                  <a:pt x="5752" y="2"/>
                </a:cubicBezTo>
                <a:lnTo>
                  <a:pt x="5798" y="0"/>
                </a:lnTo>
                <a:close/>
              </a:path>
            </a:pathLst>
          </a:custGeom>
          <a:solidFill>
            <a:srgbClr val="B5D374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 fontAlgn="base"/>
            <a:endParaRPr lang="zh-CN" altLang="en-US" strike="noStrike" noProof="1"/>
          </a:p>
        </p:txBody>
      </p:sp>
      <p:sp>
        <p:nvSpPr>
          <p:cNvPr id="10" name="任意多边形 9"/>
          <p:cNvSpPr/>
          <p:nvPr userDrawn="1"/>
        </p:nvSpPr>
        <p:spPr>
          <a:xfrm>
            <a:off x="6532563" y="5972175"/>
            <a:ext cx="4221163" cy="898525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">
                <a:pos x="hc" y="t"/>
              </a:cxn>
              <a:cxn ang="3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">
                <a:pos x="ir" y="it"/>
              </a:cxn>
            </a:cxnLst>
            <a:rect l="l" t="t" r="r" b="b"/>
            <a:pathLst>
              <a:path w="6647" h="1415">
                <a:moveTo>
                  <a:pt x="6647" y="0"/>
                </a:moveTo>
                <a:lnTo>
                  <a:pt x="6621" y="7"/>
                </a:lnTo>
                <a:cubicBezTo>
                  <a:pt x="5287" y="343"/>
                  <a:pt x="4215" y="827"/>
                  <a:pt x="3554" y="1400"/>
                </a:cubicBezTo>
                <a:lnTo>
                  <a:pt x="3536" y="1415"/>
                </a:lnTo>
                <a:lnTo>
                  <a:pt x="0" y="1415"/>
                </a:lnTo>
                <a:lnTo>
                  <a:pt x="16" y="1406"/>
                </a:lnTo>
                <a:cubicBezTo>
                  <a:pt x="1465" y="578"/>
                  <a:pt x="3867" y="28"/>
                  <a:pt x="6599" y="0"/>
                </a:cubicBezTo>
                <a:lnTo>
                  <a:pt x="6647" y="0"/>
                </a:lnTo>
                <a:close/>
              </a:path>
            </a:pathLst>
          </a:custGeom>
          <a:solidFill>
            <a:srgbClr val="C7DC7E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 fontAlgn="base"/>
            <a:endParaRPr lang="zh-CN" altLang="en-US" strike="noStrike" noProof="1"/>
          </a:p>
        </p:txBody>
      </p:sp>
      <p:sp>
        <p:nvSpPr>
          <p:cNvPr id="28" name="矩形 27"/>
          <p:cNvSpPr/>
          <p:nvPr userDrawn="1"/>
        </p:nvSpPr>
        <p:spPr>
          <a:xfrm>
            <a:off x="130175" y="198438"/>
            <a:ext cx="1501775" cy="1547813"/>
          </a:xfrm>
          <a:prstGeom prst="rect">
            <a:avLst/>
          </a:prstGeom>
          <a:blipFill rotWithShape="1">
            <a:blip r:embed="rId4">
              <a:alphaModFix amt="60000"/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 fontAlgn="base"/>
            <a:endParaRPr lang="zh-CN" altLang="en-US" strike="noStrike" noProof="1"/>
          </a:p>
        </p:txBody>
      </p:sp>
      <p:sp>
        <p:nvSpPr>
          <p:cNvPr id="30" name="矩形 29"/>
          <p:cNvSpPr/>
          <p:nvPr userDrawn="1"/>
        </p:nvSpPr>
        <p:spPr>
          <a:xfrm>
            <a:off x="381000" y="41275"/>
            <a:ext cx="3151188" cy="2667000"/>
          </a:xfrm>
          <a:prstGeom prst="rect">
            <a:avLst/>
          </a:prstGeom>
          <a:blipFill rotWithShape="1">
            <a:blip r:embed="rId5">
              <a:alphaModFix amt="80000"/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 fontAlgn="base"/>
            <a:endParaRPr lang="zh-CN" altLang="en-US" strike="noStrike" noProof="1"/>
          </a:p>
        </p:txBody>
      </p:sp>
      <p:sp>
        <p:nvSpPr>
          <p:cNvPr id="31" name="矩形 30"/>
          <p:cNvSpPr/>
          <p:nvPr userDrawn="1"/>
        </p:nvSpPr>
        <p:spPr>
          <a:xfrm>
            <a:off x="4148138" y="41275"/>
            <a:ext cx="2468563" cy="1739900"/>
          </a:xfrm>
          <a:prstGeom prst="rect">
            <a:avLst/>
          </a:prstGeom>
          <a:blipFill rotWithShape="1">
            <a:blip r:embed="rId6">
              <a:alphaModFix amt="60000"/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 fontAlgn="base"/>
            <a:endParaRPr lang="zh-CN" altLang="en-US" strike="noStrike" noProof="1"/>
          </a:p>
        </p:txBody>
      </p:sp>
      <p:pic>
        <p:nvPicPr>
          <p:cNvPr id="25611" name="图片 39" descr="小花 - 副本"/>
          <p:cNvPicPr>
            <a:picLocks noChangeAspect="1"/>
          </p:cNvPicPr>
          <p:nvPr userDrawn="1"/>
        </p:nvPicPr>
        <p:blipFill>
          <a:blip r:embed="rId7">
            <a:clrChange>
              <a:clrFrom>
                <a:srgbClr val="FDFDFD"/>
              </a:clrFrom>
              <a:clrTo>
                <a:srgbClr val="FDFDFD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1356975" y="6099175"/>
            <a:ext cx="590550" cy="6445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5612" name="图片 40" descr="小花 - 副本"/>
          <p:cNvPicPr>
            <a:picLocks noChangeAspect="1"/>
          </p:cNvPicPr>
          <p:nvPr userDrawn="1"/>
        </p:nvPicPr>
        <p:blipFill>
          <a:blip r:embed="rId7">
            <a:clrChange>
              <a:clrFrom>
                <a:srgbClr val="FDFDFD"/>
              </a:clrFrom>
              <a:clrTo>
                <a:srgbClr val="FDFDFD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479088" y="5559425"/>
            <a:ext cx="379412" cy="41275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5613" name="图片 41" descr="小花"/>
          <p:cNvPicPr>
            <a:picLocks noChangeAspect="1"/>
          </p:cNvPicPr>
          <p:nvPr userDrawn="1"/>
        </p:nvPicPr>
        <p:blipFill>
          <a:blip r:embed="rId8">
            <a:clrChange>
              <a:clrFrom>
                <a:srgbClr val="F6F6F6"/>
              </a:clrFrom>
              <a:clrTo>
                <a:srgbClr val="F6F6F6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363200" y="6226175"/>
            <a:ext cx="611188" cy="684213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5614" name="图片 42" descr="小花"/>
          <p:cNvPicPr>
            <a:picLocks noChangeAspect="1"/>
          </p:cNvPicPr>
          <p:nvPr userDrawn="1"/>
        </p:nvPicPr>
        <p:blipFill>
          <a:blip r:embed="rId8">
            <a:clrChange>
              <a:clrFrom>
                <a:srgbClr val="F6F6F6"/>
              </a:clrFrom>
              <a:clrTo>
                <a:srgbClr val="F6F6F6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9480550" y="6492875"/>
            <a:ext cx="373063" cy="417513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5615" name="图片 43" descr="小花 - 副本 (2) - 副本"/>
          <p:cNvPicPr>
            <a:picLocks noChangeAspect="1"/>
          </p:cNvPicPr>
          <p:nvPr userDrawn="1"/>
        </p:nvPicPr>
        <p:blipFill>
          <a:blip r:embed="rId9">
            <a:clrChange>
              <a:clrFrom>
                <a:srgbClr val="FEFEFE"/>
              </a:clrFrom>
              <a:clrTo>
                <a:srgbClr val="FEFEFE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937500" y="6467475"/>
            <a:ext cx="501650" cy="46513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7" name="矩形 46"/>
          <p:cNvSpPr/>
          <p:nvPr userDrawn="1"/>
        </p:nvSpPr>
        <p:spPr>
          <a:xfrm>
            <a:off x="8313738" y="5100638"/>
            <a:ext cx="1073150" cy="1392238"/>
          </a:xfrm>
          <a:prstGeom prst="rect">
            <a:avLst/>
          </a:prstGeom>
          <a:blipFill rotWithShape="1">
            <a:blip r:embed="rId10">
              <a:alphaModFix amt="80000"/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 fontAlgn="base"/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20" Type="http://schemas.openxmlformats.org/officeDocument/2006/relationships/image" Target="../media/image28.png"/><Relationship Id="rId2" Type="http://schemas.openxmlformats.org/officeDocument/2006/relationships/slideLayout" Target="../slideLayouts/slideLayout2.xml"/><Relationship Id="rId19" Type="http://schemas.openxmlformats.org/officeDocument/2006/relationships/tags" Target="../tags/tag1.xml"/><Relationship Id="rId18" Type="http://schemas.openxmlformats.org/officeDocument/2006/relationships/slideLayout" Target="../slideLayouts/slideLayout18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7.xml"/><Relationship Id="rId8" Type="http://schemas.openxmlformats.org/officeDocument/2006/relationships/slideLayout" Target="../slideLayouts/slideLayout26.xml"/><Relationship Id="rId7" Type="http://schemas.openxmlformats.org/officeDocument/2006/relationships/slideLayout" Target="../slideLayouts/slideLayout25.xml"/><Relationship Id="rId6" Type="http://schemas.openxmlformats.org/officeDocument/2006/relationships/slideLayout" Target="../slideLayouts/slideLayout24.xml"/><Relationship Id="rId5" Type="http://schemas.openxmlformats.org/officeDocument/2006/relationships/slideLayout" Target="../slideLayouts/slideLayout23.xml"/><Relationship Id="rId4" Type="http://schemas.openxmlformats.org/officeDocument/2006/relationships/slideLayout" Target="../slideLayouts/slideLayout22.xml"/><Relationship Id="rId3" Type="http://schemas.openxmlformats.org/officeDocument/2006/relationships/slideLayout" Target="../slideLayouts/slideLayout21.xml"/><Relationship Id="rId2" Type="http://schemas.openxmlformats.org/officeDocument/2006/relationships/slideLayout" Target="../slideLayouts/slideLayout20.xml"/><Relationship Id="rId16" Type="http://schemas.openxmlformats.org/officeDocument/2006/relationships/theme" Target="../theme/theme2.xml"/><Relationship Id="rId15" Type="http://schemas.openxmlformats.org/officeDocument/2006/relationships/tags" Target="../tags/tag2.xml"/><Relationship Id="rId14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31.xml"/><Relationship Id="rId12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29.xml"/><Relationship Id="rId10" Type="http://schemas.openxmlformats.org/officeDocument/2006/relationships/slideLayout" Target="../slideLayouts/slideLayout28.xml"/><Relationship Id="rId1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6D3">
            <a:alpha val="70000"/>
          </a:srgb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7" name="KSO_TEMPLATE" hidden="1"/>
          <p:cNvSpPr/>
          <p:nvPr userDrawn="1">
            <p:custDataLst>
              <p:tags r:id="rId19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lang="zh-CN" altLang="en-US" strike="noStrike" noProof="1"/>
          </a:p>
        </p:txBody>
      </p:sp>
      <p:pic>
        <p:nvPicPr>
          <p:cNvPr id="4" name="图片 1"/>
          <p:cNvPicPr>
            <a:picLocks noChangeAspect="1"/>
          </p:cNvPicPr>
          <p:nvPr userDrawn="1"/>
        </p:nvPicPr>
        <p:blipFill>
          <a:blip r:embed="rId20"/>
          <a:stretch>
            <a:fillRect/>
          </a:stretch>
        </p:blipFill>
        <p:spPr>
          <a:xfrm>
            <a:off x="10130790" y="611505"/>
            <a:ext cx="1430655" cy="638175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</p:sldLayoutIdLst>
  <p:hf sldNum="0" hdr="0" ftr="0" dt="0"/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2800" b="1" u="none" strike="noStrike" kern="1200" cap="none" spc="200" normalizeH="0">
          <a:solidFill>
            <a:schemeClr val="tx1"/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tabLst>
          <a:tab pos="1609725" algn="l"/>
        </a:tabLst>
        <a:defRPr sz="1600" u="none" strike="noStrike" kern="1200" cap="none" spc="150" normalizeH="0" baseline="0">
          <a:solidFill>
            <a:schemeClr val="tx1"/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6D3">
            <a:alpha val="70000"/>
          </a:srgb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7" name="KSO_TEMPLATE" hidden="1"/>
          <p:cNvSpPr/>
          <p:nvPr>
            <p:custDataLst>
              <p:tags r:id="rId15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lang="zh-CN" altLang="en-US" strike="noStrike" noProof="1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0" r:id="rId3"/>
    <p:sldLayoutId id="2147483671" r:id="rId4"/>
    <p:sldLayoutId id="2147483672" r:id="rId5"/>
    <p:sldLayoutId id="2147483673" r:id="rId6"/>
    <p:sldLayoutId id="2147483674" r:id="rId7"/>
    <p:sldLayoutId id="2147483675" r:id="rId8"/>
    <p:sldLayoutId id="2147483676" r:id="rId9"/>
    <p:sldLayoutId id="2147483677" r:id="rId10"/>
    <p:sldLayoutId id="2147483678" r:id="rId11"/>
    <p:sldLayoutId id="2147483679" r:id="rId12"/>
    <p:sldLayoutId id="2147483680" r:id="rId13"/>
    <p:sldLayoutId id="2147483681" r:id="rId14"/>
  </p:sldLayoutIdLst>
  <p:hf sldNum="0" hdr="0" ftr="0" dt="0"/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2800" b="1" u="none" strike="noStrike" kern="1200" cap="none" spc="200" normalizeH="0">
          <a:solidFill>
            <a:schemeClr val="tx1"/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tabLst>
          <a:tab pos="1609725" algn="l"/>
        </a:tabLst>
        <a:defRPr sz="1600" u="none" strike="noStrike" kern="1200" cap="none" spc="150" normalizeH="0" baseline="0">
          <a:solidFill>
            <a:schemeClr val="tx1"/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9.xml"/><Relationship Id="rId2" Type="http://schemas.openxmlformats.org/officeDocument/2006/relationships/tags" Target="../tags/tag3.xml"/><Relationship Id="rId1" Type="http://schemas.openxmlformats.org/officeDocument/2006/relationships/image" Target="../media/image3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.xml"/><Relationship Id="rId2" Type="http://schemas.openxmlformats.org/officeDocument/2006/relationships/tags" Target="../tags/tag4.xml"/><Relationship Id="rId1" Type="http://schemas.openxmlformats.org/officeDocument/2006/relationships/image" Target="../media/image32.png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9.xml"/><Relationship Id="rId4" Type="http://schemas.openxmlformats.org/officeDocument/2006/relationships/tags" Target="../tags/tag5.xml"/><Relationship Id="rId3" Type="http://schemas.openxmlformats.org/officeDocument/2006/relationships/image" Target="../media/image34.jpeg"/><Relationship Id="rId2" Type="http://schemas.openxmlformats.org/officeDocument/2006/relationships/image" Target="../media/image33.jpeg"/><Relationship Id="rId1" Type="http://schemas.openxmlformats.org/officeDocument/2006/relationships/image" Target="../media/image3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tags" Target="../tags/tag6.xml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9.xml"/><Relationship Id="rId2" Type="http://schemas.openxmlformats.org/officeDocument/2006/relationships/tags" Target="../tags/tag7.xml"/><Relationship Id="rId1" Type="http://schemas.openxmlformats.org/officeDocument/2006/relationships/image" Target="../media/image32.png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9.xml"/><Relationship Id="rId4" Type="http://schemas.openxmlformats.org/officeDocument/2006/relationships/tags" Target="../tags/tag8.xml"/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image" Target="../media/image3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tags" Target="../tags/tag9.xml"/><Relationship Id="rId1" Type="http://schemas.openxmlformats.org/officeDocument/2006/relationships/image" Target="../media/image3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0.xml"/><Relationship Id="rId2" Type="http://schemas.openxmlformats.org/officeDocument/2006/relationships/tags" Target="../tags/tag10.xml"/><Relationship Id="rId1" Type="http://schemas.openxmlformats.org/officeDocument/2006/relationships/image" Target="../media/image3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0.xml"/><Relationship Id="rId2" Type="http://schemas.openxmlformats.org/officeDocument/2006/relationships/tags" Target="../tags/tag11.xml"/><Relationship Id="rId1" Type="http://schemas.openxmlformats.org/officeDocument/2006/relationships/image" Target="../media/image3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.xml"/><Relationship Id="rId2" Type="http://schemas.openxmlformats.org/officeDocument/2006/relationships/tags" Target="../tags/tag12.xml"/><Relationship Id="rId1" Type="http://schemas.openxmlformats.org/officeDocument/2006/relationships/image" Target="../media/image38.jpeg"/></Relationships>
</file>

<file path=ppt/slides/_rels/slide1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1.xml"/><Relationship Id="rId4" Type="http://schemas.openxmlformats.org/officeDocument/2006/relationships/tags" Target="../tags/tag13.xml"/><Relationship Id="rId3" Type="http://schemas.openxmlformats.org/officeDocument/2006/relationships/image" Target="../media/image40.jpeg"/><Relationship Id="rId2" Type="http://schemas.openxmlformats.org/officeDocument/2006/relationships/image" Target="../media/image39.jpeg"/><Relationship Id="rId1" Type="http://schemas.openxmlformats.org/officeDocument/2006/relationships/image" Target="../media/image32.png"/></Relationships>
</file>

<file path=ppt/slides/_rels/slide1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1.xml"/><Relationship Id="rId4" Type="http://schemas.openxmlformats.org/officeDocument/2006/relationships/tags" Target="../tags/tag14.xml"/><Relationship Id="rId3" Type="http://schemas.openxmlformats.org/officeDocument/2006/relationships/image" Target="../media/image42.png"/><Relationship Id="rId2" Type="http://schemas.openxmlformats.org/officeDocument/2006/relationships/image" Target="../media/image32.png"/><Relationship Id="rId1" Type="http://schemas.openxmlformats.org/officeDocument/2006/relationships/image" Target="../media/image41.png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1.xml"/><Relationship Id="rId3" Type="http://schemas.openxmlformats.org/officeDocument/2006/relationships/tags" Target="../tags/tag15.xml"/><Relationship Id="rId2" Type="http://schemas.openxmlformats.org/officeDocument/2006/relationships/image" Target="../media/image32.png"/><Relationship Id="rId1" Type="http://schemas.openxmlformats.org/officeDocument/2006/relationships/image" Target="../media/image43.png"/></Relationships>
</file>

<file path=ppt/slides/_rels/slide14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5.xml"/><Relationship Id="rId5" Type="http://schemas.openxmlformats.org/officeDocument/2006/relationships/tags" Target="../tags/tag16.xml"/><Relationship Id="rId4" Type="http://schemas.openxmlformats.org/officeDocument/2006/relationships/image" Target="../media/image45.png"/><Relationship Id="rId3" Type="http://schemas.openxmlformats.org/officeDocument/2006/relationships/hyperlink" Target="&#65288;&#35838;&#25991;&#26391;&#35835;&#38899;&#39057;&#65289;&#35821;&#25991;&#22253;&#22320;&#20116;%20%20&#29392;&#29432;&#21644;&#20044;&#40486;.wav" TargetMode="External"/><Relationship Id="rId2" Type="http://schemas.openxmlformats.org/officeDocument/2006/relationships/image" Target="../media/image44.png"/><Relationship Id="rId1" Type="http://schemas.openxmlformats.org/officeDocument/2006/relationships/image" Target="../media/image3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tags" Target="../tags/tag17.xml"/><Relationship Id="rId1" Type="http://schemas.openxmlformats.org/officeDocument/2006/relationships/image" Target="../media/image46.png"/></Relationships>
</file>

<file path=ppt/slides/_rels/slide1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5.xml"/><Relationship Id="rId3" Type="http://schemas.openxmlformats.org/officeDocument/2006/relationships/tags" Target="../tags/tag18.xml"/><Relationship Id="rId2" Type="http://schemas.openxmlformats.org/officeDocument/2006/relationships/image" Target="../media/image41.png"/><Relationship Id="rId1" Type="http://schemas.openxmlformats.org/officeDocument/2006/relationships/image" Target="../media/image42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tags" Target="../tags/tag19.xml"/></Relationships>
</file>

<file path=ppt/slides/_rels/slide1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4.xml"/><Relationship Id="rId3" Type="http://schemas.openxmlformats.org/officeDocument/2006/relationships/tags" Target="../tags/tag20.xml"/><Relationship Id="rId2" Type="http://schemas.openxmlformats.org/officeDocument/2006/relationships/image" Target="../media/image47.png"/><Relationship Id="rId1" Type="http://schemas.openxmlformats.org/officeDocument/2006/relationships/hyperlink" Target="http://www.youyi100.com/" TargetMode="Externa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9.xml"/><Relationship Id="rId1" Type="http://schemas.openxmlformats.org/officeDocument/2006/relationships/tags" Target="../tags/tag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61530" y="2002790"/>
            <a:ext cx="1623060" cy="132588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  <p:transition>
    <p:random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/>
          <p:nvPr/>
        </p:nvSpPr>
        <p:spPr>
          <a:xfrm>
            <a:off x="518160" y="513715"/>
            <a:ext cx="11033125" cy="5764213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 fontAlgn="base"/>
            <a:endParaRPr lang="zh-CN" altLang="en-US" strike="noStrike" noProof="1"/>
          </a:p>
        </p:txBody>
      </p:sp>
      <p:sp>
        <p:nvSpPr>
          <p:cNvPr id="35842" name="Text Box 3"/>
          <p:cNvSpPr/>
          <p:nvPr/>
        </p:nvSpPr>
        <p:spPr>
          <a:xfrm>
            <a:off x="1152843" y="1339215"/>
            <a:ext cx="11537950" cy="4570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pPr eaLnBrk="0" hangingPunct="0">
              <a:lnSpc>
                <a:spcPct val="130000"/>
              </a:lnSpc>
              <a:buFont typeface="宋体" panose="02010600030101010101" pitchFamily="2" charset="-122"/>
            </a:pPr>
            <a:r>
              <a:rPr lang="en-US" altLang="zh-CN" sz="3200" dirty="0">
                <a:latin typeface="黑体" panose="02010609060101010101" charset="-122"/>
                <a:ea typeface="黑体" panose="02010609060101010101" charset="-122"/>
                <a:sym typeface="Arial" panose="020B0604020202020204" pitchFamily="34" charset="0"/>
              </a:rPr>
              <a:t>1.</a:t>
            </a:r>
            <a:r>
              <a:rPr lang="zh-CN" altLang="en-US" sz="3200" dirty="0">
                <a:latin typeface="黑体" panose="02010609060101010101" charset="-122"/>
                <a:ea typeface="黑体" panose="02010609060101010101" charset="-122"/>
                <a:sym typeface="Arial" panose="020B0604020202020204" pitchFamily="34" charset="0"/>
              </a:rPr>
              <a:t>认识</a:t>
            </a:r>
            <a:r>
              <a:rPr lang="en-US" altLang="zh-CN" sz="3200" dirty="0">
                <a:latin typeface="黑体" panose="02010609060101010101" charset="-122"/>
                <a:ea typeface="黑体" panose="02010609060101010101" charset="-122"/>
                <a:sym typeface="Arial" panose="020B0604020202020204" pitchFamily="34" charset="0"/>
              </a:rPr>
              <a:t>“</a:t>
            </a:r>
            <a:r>
              <a:rPr lang="zh-CN" altLang="en-US" sz="3200" dirty="0">
                <a:latin typeface="黑体" panose="02010609060101010101" charset="-122"/>
                <a:ea typeface="黑体" panose="02010609060101010101" charset="-122"/>
                <a:sym typeface="Arial" panose="020B0604020202020204" pitchFamily="34" charset="0"/>
              </a:rPr>
              <a:t>饭、能</a:t>
            </a:r>
            <a:r>
              <a:rPr lang="en-US" altLang="zh-CN" sz="3200" dirty="0">
                <a:latin typeface="黑体" panose="02010609060101010101" charset="-122"/>
                <a:ea typeface="黑体" panose="02010609060101010101" charset="-122"/>
                <a:sym typeface="Arial" panose="020B0604020202020204" pitchFamily="34" charset="0"/>
              </a:rPr>
              <a:t>”</a:t>
            </a:r>
            <a:r>
              <a:rPr lang="zh-CN" altLang="en-US" sz="3200" dirty="0">
                <a:latin typeface="黑体" panose="02010609060101010101" charset="-122"/>
                <a:ea typeface="黑体" panose="02010609060101010101" charset="-122"/>
                <a:sym typeface="Arial" panose="020B0604020202020204" pitchFamily="34" charset="0"/>
              </a:rPr>
              <a:t>等</a:t>
            </a:r>
            <a:r>
              <a:rPr lang="en-US" altLang="zh-CN" sz="3200" dirty="0">
                <a:latin typeface="黑体" panose="02010609060101010101" charset="-122"/>
                <a:ea typeface="黑体" panose="02010609060101010101" charset="-122"/>
                <a:sym typeface="Arial" panose="020B0604020202020204" pitchFamily="34" charset="0"/>
              </a:rPr>
              <a:t>8</a:t>
            </a:r>
            <a:r>
              <a:rPr lang="zh-CN" altLang="en-US" sz="3200" dirty="0">
                <a:latin typeface="黑体" panose="02010609060101010101" charset="-122"/>
                <a:ea typeface="黑体" panose="02010609060101010101" charset="-122"/>
                <a:sym typeface="Arial" panose="020B0604020202020204" pitchFamily="34" charset="0"/>
              </a:rPr>
              <a:t>个生字，初步</a:t>
            </a:r>
            <a:r>
              <a:rPr lang="zh-CN" altLang="en-US" sz="3200" dirty="0">
                <a:solidFill>
                  <a:srgbClr val="E68200"/>
                </a:solidFill>
                <a:latin typeface="黑体" panose="02010609060101010101" charset="-122"/>
                <a:ea typeface="黑体" panose="02010609060101010101" charset="-122"/>
                <a:sym typeface="Arial" panose="020B0604020202020204" pitchFamily="34" charset="0"/>
              </a:rPr>
              <a:t>了解形声字的构</a:t>
            </a:r>
            <a:endParaRPr lang="zh-CN" altLang="en-US" sz="3200" dirty="0">
              <a:solidFill>
                <a:srgbClr val="E68200"/>
              </a:solidFill>
              <a:latin typeface="黑体" panose="02010609060101010101" charset="-122"/>
              <a:ea typeface="黑体" panose="02010609060101010101" charset="-122"/>
              <a:sym typeface="Arial" panose="020B0604020202020204" pitchFamily="34" charset="0"/>
            </a:endParaRPr>
          </a:p>
          <a:p>
            <a:pPr eaLnBrk="0" hangingPunct="0">
              <a:lnSpc>
                <a:spcPct val="130000"/>
              </a:lnSpc>
              <a:buFont typeface="宋体" panose="02010600030101010101" pitchFamily="2" charset="-122"/>
            </a:pPr>
            <a:r>
              <a:rPr lang="zh-CN" altLang="en-US" sz="3200" dirty="0">
                <a:solidFill>
                  <a:srgbClr val="E68200"/>
                </a:solidFill>
                <a:latin typeface="黑体" panose="02010609060101010101" charset="-122"/>
                <a:ea typeface="黑体" panose="02010609060101010101" charset="-122"/>
                <a:sym typeface="Arial" panose="020B0604020202020204" pitchFamily="34" charset="0"/>
              </a:rPr>
              <a:t>  字规律</a:t>
            </a:r>
            <a:r>
              <a:rPr lang="zh-CN" altLang="en-US" sz="3200" dirty="0">
                <a:latin typeface="黑体" panose="02010609060101010101" charset="-122"/>
                <a:ea typeface="黑体" panose="02010609060101010101" charset="-122"/>
                <a:sym typeface="Arial" panose="020B0604020202020204" pitchFamily="34" charset="0"/>
              </a:rPr>
              <a:t>。</a:t>
            </a:r>
            <a:endParaRPr lang="zh-CN" altLang="en-US" sz="3200" dirty="0">
              <a:latin typeface="黑体" panose="02010609060101010101" charset="-122"/>
              <a:ea typeface="黑体" panose="02010609060101010101" charset="-122"/>
              <a:sym typeface="Arial" panose="020B0604020202020204" pitchFamily="34" charset="0"/>
            </a:endParaRPr>
          </a:p>
          <a:p>
            <a:pPr eaLnBrk="0" hangingPunct="0">
              <a:lnSpc>
                <a:spcPct val="130000"/>
              </a:lnSpc>
              <a:buFont typeface="宋体" panose="02010600030101010101" pitchFamily="2" charset="-122"/>
            </a:pPr>
            <a:r>
              <a:rPr lang="en-US" altLang="zh-CN" sz="3200" dirty="0">
                <a:latin typeface="黑体" panose="02010609060101010101" charset="-122"/>
                <a:ea typeface="黑体" panose="02010609060101010101" charset="-122"/>
                <a:sym typeface="Arial" panose="020B0604020202020204" pitchFamily="34" charset="0"/>
              </a:rPr>
              <a:t>2.</a:t>
            </a:r>
            <a:r>
              <a:rPr lang="zh-CN" altLang="en-US" sz="3200" dirty="0">
                <a:latin typeface="黑体" panose="02010609060101010101" charset="-122"/>
                <a:ea typeface="黑体" panose="02010609060101010101" charset="-122"/>
                <a:sym typeface="Arial" panose="020B0604020202020204" pitchFamily="34" charset="0"/>
              </a:rPr>
              <a:t>能</a:t>
            </a:r>
            <a:r>
              <a:rPr lang="zh-CN" altLang="en-US" sz="3200" dirty="0">
                <a:solidFill>
                  <a:srgbClr val="E68200"/>
                </a:solidFill>
                <a:latin typeface="黑体" panose="02010609060101010101" charset="-122"/>
                <a:ea typeface="黑体" panose="02010609060101010101" charset="-122"/>
                <a:sym typeface="Arial" panose="020B0604020202020204" pitchFamily="34" charset="0"/>
              </a:rPr>
              <a:t>辨析学过的同音字和形近字</a:t>
            </a:r>
            <a:r>
              <a:rPr lang="zh-CN" altLang="en-US" sz="3200" dirty="0">
                <a:latin typeface="黑体" panose="02010609060101010101" charset="-122"/>
                <a:ea typeface="黑体" panose="02010609060101010101" charset="-122"/>
                <a:sym typeface="Arial" panose="020B0604020202020204" pitchFamily="34" charset="0"/>
              </a:rPr>
              <a:t>，在具体的语境中能</a:t>
            </a:r>
            <a:endParaRPr lang="zh-CN" altLang="en-US" sz="3200" dirty="0">
              <a:latin typeface="黑体" panose="02010609060101010101" charset="-122"/>
              <a:ea typeface="黑体" panose="02010609060101010101" charset="-122"/>
              <a:sym typeface="Arial" panose="020B0604020202020204" pitchFamily="34" charset="0"/>
            </a:endParaRPr>
          </a:p>
          <a:p>
            <a:pPr eaLnBrk="0" hangingPunct="0">
              <a:lnSpc>
                <a:spcPct val="130000"/>
              </a:lnSpc>
              <a:buFont typeface="宋体" panose="02010600030101010101" pitchFamily="2" charset="-122"/>
            </a:pPr>
            <a:r>
              <a:rPr lang="zh-CN" altLang="en-US" sz="3200" dirty="0">
                <a:latin typeface="黑体" panose="02010609060101010101" charset="-122"/>
                <a:ea typeface="黑体" panose="02010609060101010101" charset="-122"/>
                <a:sym typeface="Arial" panose="020B0604020202020204" pitchFamily="34" charset="0"/>
              </a:rPr>
              <a:t>  正确选择使用。</a:t>
            </a:r>
            <a:endParaRPr lang="zh-CN" altLang="en-US" sz="3200" dirty="0">
              <a:latin typeface="黑体" panose="02010609060101010101" charset="-122"/>
              <a:ea typeface="黑体" panose="02010609060101010101" charset="-122"/>
              <a:sym typeface="Arial" panose="020B0604020202020204" pitchFamily="34" charset="0"/>
            </a:endParaRPr>
          </a:p>
          <a:p>
            <a:pPr eaLnBrk="0" hangingPunct="0">
              <a:lnSpc>
                <a:spcPct val="130000"/>
              </a:lnSpc>
              <a:buFont typeface="宋体" panose="02010600030101010101" pitchFamily="2" charset="-122"/>
            </a:pPr>
            <a:r>
              <a:rPr lang="en-US" altLang="zh-CN" sz="3200" dirty="0">
                <a:latin typeface="黑体" panose="02010609060101010101" charset="-122"/>
                <a:ea typeface="黑体" panose="02010609060101010101" charset="-122"/>
                <a:sym typeface="Arial" panose="020B0604020202020204" pitchFamily="34" charset="0"/>
              </a:rPr>
              <a:t>2.</a:t>
            </a:r>
            <a:r>
              <a:rPr lang="zh-CN" altLang="en-US" sz="3200" dirty="0">
                <a:latin typeface="黑体" panose="02010609060101010101" charset="-122"/>
                <a:ea typeface="黑体" panose="02010609060101010101" charset="-122"/>
                <a:sym typeface="Arial" panose="020B0604020202020204" pitchFamily="34" charset="0"/>
              </a:rPr>
              <a:t>初步了解歇后语的特点，</a:t>
            </a:r>
            <a:r>
              <a:rPr lang="zh-CN" altLang="en-US" sz="3200" dirty="0">
                <a:solidFill>
                  <a:srgbClr val="E68200"/>
                </a:solidFill>
                <a:latin typeface="黑体" panose="02010609060101010101" charset="-122"/>
                <a:ea typeface="黑体" panose="02010609060101010101" charset="-122"/>
                <a:sym typeface="Arial" panose="020B0604020202020204" pitchFamily="34" charset="0"/>
              </a:rPr>
              <a:t>熟读成诵</a:t>
            </a:r>
            <a:r>
              <a:rPr lang="zh-CN" altLang="en-US" sz="3200" dirty="0">
                <a:latin typeface="黑体" panose="02010609060101010101" charset="-122"/>
                <a:ea typeface="黑体" panose="02010609060101010101" charset="-122"/>
                <a:sym typeface="Arial" panose="020B0604020202020204" pitchFamily="34" charset="0"/>
              </a:rPr>
              <a:t>。</a:t>
            </a:r>
            <a:endParaRPr lang="en-US" altLang="zh-CN" sz="3200" dirty="0">
              <a:latin typeface="黑体" panose="02010609060101010101" charset="-122"/>
              <a:ea typeface="黑体" panose="02010609060101010101" charset="-122"/>
              <a:sym typeface="Arial" panose="020B0604020202020204" pitchFamily="34" charset="0"/>
            </a:endParaRPr>
          </a:p>
          <a:p>
            <a:pPr eaLnBrk="0" hangingPunct="0">
              <a:lnSpc>
                <a:spcPct val="130000"/>
              </a:lnSpc>
              <a:buFont typeface="宋体" panose="02010600030101010101" pitchFamily="2" charset="-122"/>
            </a:pPr>
            <a:r>
              <a:rPr lang="en-US" altLang="zh-CN" sz="3200" dirty="0">
                <a:latin typeface="黑体" panose="02010609060101010101" charset="-122"/>
                <a:ea typeface="黑体" panose="02010609060101010101" charset="-122"/>
                <a:sym typeface="Arial" panose="020B0604020202020204" pitchFamily="34" charset="0"/>
              </a:rPr>
              <a:t>3.</a:t>
            </a:r>
            <a:r>
              <a:rPr lang="zh-CN" altLang="en-US" sz="3200" dirty="0">
                <a:latin typeface="黑体" panose="02010609060101010101" charset="-122"/>
                <a:ea typeface="黑体" panose="02010609060101010101" charset="-122"/>
                <a:sym typeface="Arial" panose="020B0604020202020204" pitchFamily="34" charset="0"/>
              </a:rPr>
              <a:t>了解寓言的内容，明白</a:t>
            </a:r>
            <a:r>
              <a:rPr lang="en-US" altLang="zh-CN" sz="3200" dirty="0">
                <a:latin typeface="黑体" panose="02010609060101010101" charset="-122"/>
                <a:ea typeface="黑体" panose="02010609060101010101" charset="-122"/>
                <a:sym typeface="Arial" panose="020B0604020202020204" pitchFamily="34" charset="0"/>
              </a:rPr>
              <a:t>“</a:t>
            </a:r>
            <a:r>
              <a:rPr lang="zh-CN" altLang="en-US" sz="3200" dirty="0">
                <a:latin typeface="黑体" panose="02010609060101010101" charset="-122"/>
                <a:ea typeface="黑体" panose="02010609060101010101" charset="-122"/>
                <a:sym typeface="Arial" panose="020B0604020202020204" pitchFamily="34" charset="0"/>
              </a:rPr>
              <a:t>爱听奉承话，容易上当</a:t>
            </a:r>
            <a:r>
              <a:rPr lang="en-US" altLang="zh-CN" sz="3200" dirty="0">
                <a:latin typeface="黑体" panose="02010609060101010101" charset="-122"/>
                <a:ea typeface="黑体" panose="02010609060101010101" charset="-122"/>
                <a:sym typeface="Arial" panose="020B0604020202020204" pitchFamily="34" charset="0"/>
              </a:rPr>
              <a:t>”</a:t>
            </a:r>
            <a:r>
              <a:rPr lang="zh-CN" altLang="en-US" sz="3200" dirty="0">
                <a:latin typeface="黑体" panose="02010609060101010101" charset="-122"/>
                <a:ea typeface="黑体" panose="02010609060101010101" charset="-122"/>
                <a:sym typeface="Arial" panose="020B0604020202020204" pitchFamily="34" charset="0"/>
              </a:rPr>
              <a:t>的</a:t>
            </a:r>
            <a:endParaRPr lang="zh-CN" altLang="en-US" sz="3200" dirty="0">
              <a:latin typeface="黑体" panose="02010609060101010101" charset="-122"/>
              <a:ea typeface="黑体" panose="02010609060101010101" charset="-122"/>
              <a:sym typeface="Arial" panose="020B0604020202020204" pitchFamily="34" charset="0"/>
            </a:endParaRPr>
          </a:p>
          <a:p>
            <a:pPr eaLnBrk="0" hangingPunct="0">
              <a:lnSpc>
                <a:spcPct val="130000"/>
              </a:lnSpc>
              <a:buFont typeface="宋体" panose="02010600030101010101" pitchFamily="2" charset="-122"/>
            </a:pPr>
            <a:r>
              <a:rPr lang="zh-CN" altLang="en-US" sz="3200" dirty="0">
                <a:latin typeface="黑体" panose="02010609060101010101" charset="-122"/>
                <a:ea typeface="黑体" panose="02010609060101010101" charset="-122"/>
                <a:sym typeface="Arial" panose="020B0604020202020204" pitchFamily="34" charset="0"/>
              </a:rPr>
              <a:t>  道理，</a:t>
            </a:r>
            <a:r>
              <a:rPr lang="zh-CN" altLang="en-US" sz="3200" dirty="0">
                <a:solidFill>
                  <a:srgbClr val="E68200"/>
                </a:solidFill>
                <a:latin typeface="黑体" panose="02010609060101010101" charset="-122"/>
                <a:ea typeface="黑体" panose="02010609060101010101" charset="-122"/>
                <a:sym typeface="Arial" panose="020B0604020202020204" pitchFamily="34" charset="0"/>
              </a:rPr>
              <a:t>和大家分享阅读的收获</a:t>
            </a:r>
            <a:r>
              <a:rPr lang="zh-CN" altLang="en-US" sz="3200" dirty="0">
                <a:latin typeface="黑体" panose="02010609060101010101" charset="-122"/>
                <a:ea typeface="黑体" panose="02010609060101010101" charset="-122"/>
                <a:sym typeface="Arial" panose="020B0604020202020204" pitchFamily="34" charset="0"/>
              </a:rPr>
              <a:t>。</a:t>
            </a:r>
            <a:endParaRPr lang="zh-CN" altLang="en-US" sz="3200" dirty="0">
              <a:latin typeface="黑体" panose="02010609060101010101" charset="-122"/>
              <a:ea typeface="黑体" panose="02010609060101010101" charset="-122"/>
              <a:sym typeface="Arial" panose="020B0604020202020204" pitchFamily="34" charset="0"/>
            </a:endParaRPr>
          </a:p>
        </p:txBody>
      </p:sp>
      <p:grpSp>
        <p:nvGrpSpPr>
          <p:cNvPr id="35843" name="组合 5"/>
          <p:cNvGrpSpPr/>
          <p:nvPr/>
        </p:nvGrpSpPr>
        <p:grpSpPr>
          <a:xfrm>
            <a:off x="171450" y="-450850"/>
            <a:ext cx="2873375" cy="1646238"/>
            <a:chOff x="102" y="-177"/>
            <a:chExt cx="5275" cy="3177"/>
          </a:xfrm>
        </p:grpSpPr>
        <p:pic>
          <p:nvPicPr>
            <p:cNvPr id="35844" name="图片 1"/>
            <p:cNvPicPr>
              <a:picLocks noChangeAspect="1"/>
            </p:cNvPicPr>
            <p:nvPr/>
          </p:nvPicPr>
          <p:blipFill>
            <a:blip r:embed="rId1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102" y="-177"/>
              <a:ext cx="5275" cy="3177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5" name="文本框 3"/>
            <p:cNvSpPr txBox="1"/>
            <p:nvPr/>
          </p:nvSpPr>
          <p:spPr>
            <a:xfrm>
              <a:off x="739" y="1685"/>
              <a:ext cx="4011" cy="112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>
              <a:spAutoFit/>
            </a:bodyPr>
            <a:p>
              <a:pPr algn="ctr" eaLnBrk="0" fontAlgn="auto" hangingPunct="0"/>
              <a:r>
                <a:rPr lang="zh-CN" altLang="en-US" sz="3200" spc="200" noProof="1">
                  <a:solidFill>
                    <a:srgbClr val="E68200"/>
                  </a:solidFill>
                  <a:latin typeface="微软雅黑" panose="020B0503020204020204" charset="-122"/>
                  <a:ea typeface="微软雅黑" panose="020B0503020204020204" charset="-122"/>
                  <a:cs typeface="+mn-cs"/>
                </a:rPr>
                <a:t>学习目标</a:t>
              </a:r>
              <a:endParaRPr lang="zh-CN" altLang="en-US" sz="3200" spc="200" noProof="1">
                <a:solidFill>
                  <a:srgbClr val="E68200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</p:grpSp>
    </p:spTree>
    <p:custDataLst>
      <p:tags r:id="rId2"/>
    </p:custDataLst>
  </p:cSld>
  <p:clrMapOvr>
    <a:masterClrMapping/>
  </p:clrMapOvr>
  <p:transition>
    <p:random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56321" name="组合 5"/>
          <p:cNvGrpSpPr/>
          <p:nvPr/>
        </p:nvGrpSpPr>
        <p:grpSpPr>
          <a:xfrm>
            <a:off x="102235" y="-431165"/>
            <a:ext cx="3339465" cy="1576070"/>
            <a:chOff x="102" y="-177"/>
            <a:chExt cx="5275" cy="3177"/>
          </a:xfrm>
        </p:grpSpPr>
        <p:pic>
          <p:nvPicPr>
            <p:cNvPr id="56322" name="图片 1"/>
            <p:cNvPicPr>
              <a:picLocks noChangeAspect="1"/>
            </p:cNvPicPr>
            <p:nvPr/>
          </p:nvPicPr>
          <p:blipFill>
            <a:blip r:embed="rId1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102" y="-177"/>
              <a:ext cx="5275" cy="3177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5125" name="文本框 3"/>
            <p:cNvSpPr txBox="1"/>
            <p:nvPr/>
          </p:nvSpPr>
          <p:spPr>
            <a:xfrm>
              <a:off x="479" y="1659"/>
              <a:ext cx="4452" cy="117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>
              <a:spAutoFit/>
            </a:bodyPr>
            <a:p>
              <a:pPr algn="ctr" eaLnBrk="0" fontAlgn="auto" hangingPunct="0"/>
              <a:r>
                <a:rPr lang="zh-CN" altLang="en-US" sz="3200" spc="200" noProof="1">
                  <a:solidFill>
                    <a:srgbClr val="E68200"/>
                  </a:solidFill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rPr>
                <a:t>识字加油站</a:t>
              </a:r>
              <a:endParaRPr lang="zh-CN" altLang="en-US" sz="3200" spc="200" noProof="1">
                <a:solidFill>
                  <a:srgbClr val="E68200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</p:grpSp>
      <p:sp>
        <p:nvSpPr>
          <p:cNvPr id="2" name="文本框 3"/>
          <p:cNvSpPr txBox="1"/>
          <p:nvPr/>
        </p:nvSpPr>
        <p:spPr>
          <a:xfrm>
            <a:off x="2501265" y="2219325"/>
            <a:ext cx="7936865" cy="340741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pPr marL="0" marR="0" lvl="0" indent="0" algn="l" defTabSz="914400" rtl="0" eaLnBrk="0" fontAlgn="base" latinLnBrk="0" hangingPunct="0">
              <a:lnSpc>
                <a:spcPct val="17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sz="3600" b="1" kern="2300" spc="12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" panose="02010609060101010101" charset="-122"/>
                <a:ea typeface="楷体" panose="02010609060101010101" charset="-122"/>
                <a:sym typeface="+mn-ea"/>
              </a:rPr>
              <a:t>有饭能吃饱，有水把茶泡。</a:t>
            </a:r>
            <a:endParaRPr kumimoji="0" lang="en-US" altLang="zh-CN" sz="3600" b="1" i="0" kern="2300" spc="120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楷体" panose="02010609060101010101" charset="-122"/>
              <a:ea typeface="楷体" panose="02010609060101010101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7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sz="3600" b="1" kern="2300" spc="12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" panose="02010609060101010101" charset="-122"/>
                <a:ea typeface="楷体" panose="02010609060101010101" charset="-122"/>
                <a:sym typeface="+mn-ea"/>
              </a:rPr>
              <a:t>有足快快跑，有手轻轻抱。</a:t>
            </a:r>
            <a:endParaRPr kumimoji="0" lang="en-US" altLang="zh-CN" sz="3600" b="1" i="0" kern="2300" spc="120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楷体" panose="02010609060101010101" charset="-122"/>
              <a:ea typeface="楷体" panose="02010609060101010101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7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sz="3600" b="1" kern="2300" spc="12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" panose="02010609060101010101" charset="-122"/>
                <a:ea typeface="楷体" panose="02010609060101010101" charset="-122"/>
                <a:sym typeface="+mn-ea"/>
              </a:rPr>
              <a:t>有衣穿长袍，有火放鞭炮。</a:t>
            </a:r>
            <a:endParaRPr kumimoji="0" lang="zh-CN" altLang="en-US" sz="3200" b="1" i="0" kern="2300" spc="120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楷体" panose="02010609060101010101" charset="-122"/>
              <a:ea typeface="楷体" panose="02010609060101010101" charset="-122"/>
              <a:cs typeface="+mn-cs"/>
            </a:endParaRPr>
          </a:p>
          <a:p>
            <a:pPr algn="ctr" eaLnBrk="0" fontAlgn="auto" hangingPunct="0"/>
            <a:endParaRPr kumimoji="0" lang="zh-CN" altLang="en-US" sz="3200" b="1" i="0" kern="2300" spc="120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楷体" panose="02010609060101010101" charset="-122"/>
              <a:ea typeface="楷体" panose="02010609060101010101" charset="-122"/>
              <a:cs typeface="+mn-cs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3017520" y="1828483"/>
            <a:ext cx="876300" cy="829945"/>
          </a:xfrm>
          <a:prstGeom prst="rect">
            <a:avLst/>
          </a:prstGeom>
        </p:spPr>
        <p:txBody>
          <a:bodyPr>
            <a:spAutoFit/>
          </a:bodyPr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GB Pinyinok-D" panose="02010601030101010101" charset="-122"/>
                <a:ea typeface="GB Pinyinok-D" panose="02010601030101010101" charset="-122"/>
                <a:cs typeface="+mn-cs"/>
              </a:rPr>
              <a:t>fàn </a:t>
            </a:r>
            <a:endParaRPr kumimoji="0" lang="en-US" altLang="zh-CN" sz="32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GB Pinyinok-D" panose="02010601030101010101" charset="-122"/>
              <a:ea typeface="GB Pinyinok-D" panose="02010601030101010101" charset="-122"/>
              <a:cs typeface="+mn-cs"/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3683000" y="1828800"/>
            <a:ext cx="1350645" cy="829945"/>
          </a:xfrm>
          <a:prstGeom prst="rect">
            <a:avLst/>
          </a:prstGeom>
        </p:spPr>
        <p:txBody>
          <a:bodyPr wrap="square">
            <a:spAutoFit/>
          </a:bodyPr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GB Pinyinok-D" panose="02010601030101010101" charset="-122"/>
                <a:ea typeface="GB Pinyinok-D" panose="02010601030101010101" charset="-122"/>
                <a:cs typeface="+mn-cs"/>
              </a:rPr>
              <a:t>nénɡ</a:t>
            </a:r>
            <a:endParaRPr kumimoji="0" lang="en-US" altLang="zh-CN" sz="32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GB Pinyinok-D" panose="02010601030101010101" charset="-122"/>
              <a:ea typeface="GB Pinyinok-D" panose="02010601030101010101" charset="-122"/>
              <a:cs typeface="+mn-cs"/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7884795" y="1886585"/>
            <a:ext cx="1184910" cy="829945"/>
          </a:xfrm>
          <a:prstGeom prst="rect">
            <a:avLst/>
          </a:prstGeom>
        </p:spPr>
        <p:txBody>
          <a:bodyPr wrap="square">
            <a:spAutoFit/>
          </a:bodyPr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GB Pinyinok-D" panose="02010601030101010101" charset="-122"/>
                <a:ea typeface="GB Pinyinok-D" panose="02010601030101010101" charset="-122"/>
                <a:cs typeface="+mn-cs"/>
              </a:rPr>
              <a:t>chá</a:t>
            </a:r>
            <a:endParaRPr kumimoji="0" lang="en-US" altLang="zh-CN" sz="32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GB Pinyinok-D" panose="02010601030101010101" charset="-122"/>
              <a:ea typeface="GB Pinyinok-D" panose="02010601030101010101" charset="-122"/>
              <a:cs typeface="+mn-cs"/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8593455" y="1863408"/>
            <a:ext cx="1095375" cy="829945"/>
          </a:xfrm>
          <a:prstGeom prst="rect">
            <a:avLst/>
          </a:prstGeom>
        </p:spPr>
        <p:txBody>
          <a:bodyPr>
            <a:spAutoFit/>
          </a:bodyPr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GB Pinyinok-D" panose="02010601030101010101" charset="-122"/>
                <a:ea typeface="GB Pinyinok-D" panose="02010601030101010101" charset="-122"/>
                <a:cs typeface="+mn-cs"/>
              </a:rPr>
              <a:t>pào</a:t>
            </a:r>
            <a:endParaRPr kumimoji="0" lang="en-US" altLang="zh-CN" sz="32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GB Pinyinok-D" panose="02010601030101010101" charset="-122"/>
              <a:ea typeface="GB Pinyinok-D" panose="02010601030101010101" charset="-122"/>
              <a:cs typeface="+mn-cs"/>
            </a:endParaRPr>
          </a:p>
        </p:txBody>
      </p:sp>
      <p:sp>
        <p:nvSpPr>
          <p:cNvPr id="33" name="矩形 32"/>
          <p:cNvSpPr/>
          <p:nvPr/>
        </p:nvSpPr>
        <p:spPr>
          <a:xfrm>
            <a:off x="4915535" y="1864678"/>
            <a:ext cx="923925" cy="829945"/>
          </a:xfrm>
          <a:prstGeom prst="rect">
            <a:avLst/>
          </a:prstGeom>
        </p:spPr>
        <p:txBody>
          <a:bodyPr>
            <a:spAutoFit/>
          </a:bodyPr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GB Pinyinok-D" panose="02010601030101010101" charset="-122"/>
                <a:ea typeface="GB Pinyinok-D" panose="02010601030101010101" charset="-122"/>
                <a:cs typeface="+mn-cs"/>
              </a:rPr>
              <a:t>bǎo</a:t>
            </a:r>
            <a:endParaRPr kumimoji="0" lang="en-US" altLang="zh-CN" sz="32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GB Pinyinok-D" panose="02010601030101010101" charset="-122"/>
              <a:ea typeface="GB Pinyinok-D" panose="02010601030101010101" charset="-122"/>
              <a:cs typeface="+mn-cs"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7254875" y="2837180"/>
            <a:ext cx="1231900" cy="829945"/>
          </a:xfrm>
          <a:prstGeom prst="rect">
            <a:avLst/>
          </a:prstGeom>
        </p:spPr>
        <p:txBody>
          <a:bodyPr>
            <a:spAutoFit/>
          </a:bodyPr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GB Pinyinok-D" panose="02010601030101010101" charset="-122"/>
                <a:ea typeface="GB Pinyinok-D" panose="02010601030101010101" charset="-122"/>
                <a:cs typeface="+mn-cs"/>
              </a:rPr>
              <a:t>qīnɡ</a:t>
            </a:r>
            <a:endParaRPr kumimoji="0" lang="en-US" altLang="zh-CN" sz="32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GB Pinyinok-D" panose="02010601030101010101" charset="-122"/>
              <a:ea typeface="GB Pinyinok-D" panose="02010601030101010101" charset="-122"/>
              <a:cs typeface="+mn-cs"/>
            </a:endParaRPr>
          </a:p>
        </p:txBody>
      </p:sp>
      <p:sp>
        <p:nvSpPr>
          <p:cNvPr id="35" name="矩形 34"/>
          <p:cNvSpPr/>
          <p:nvPr/>
        </p:nvSpPr>
        <p:spPr>
          <a:xfrm>
            <a:off x="8562975" y="2852420"/>
            <a:ext cx="1028700" cy="829945"/>
          </a:xfrm>
          <a:prstGeom prst="rect">
            <a:avLst/>
          </a:prstGeom>
        </p:spPr>
        <p:txBody>
          <a:bodyPr wrap="square">
            <a:spAutoFit/>
          </a:bodyPr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GB Pinyinok-D" panose="02010601030101010101" charset="-122"/>
                <a:ea typeface="GB Pinyinok-D" panose="02010601030101010101" charset="-122"/>
                <a:cs typeface="+mn-cs"/>
              </a:rPr>
              <a:t>bào</a:t>
            </a:r>
            <a:endParaRPr kumimoji="0" lang="en-US" altLang="zh-CN" sz="32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GB Pinyinok-D" panose="02010601030101010101" charset="-122"/>
              <a:ea typeface="GB Pinyinok-D" panose="02010601030101010101" charset="-122"/>
              <a:cs typeface="+mn-cs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4892675" y="3782378"/>
            <a:ext cx="922338" cy="829945"/>
          </a:xfrm>
          <a:prstGeom prst="rect">
            <a:avLst/>
          </a:prstGeom>
        </p:spPr>
        <p:txBody>
          <a:bodyPr>
            <a:spAutoFit/>
          </a:bodyPr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GB Pinyinok-D" panose="02010601030101010101" charset="-122"/>
                <a:ea typeface="GB Pinyinok-D" panose="02010601030101010101" charset="-122"/>
                <a:cs typeface="+mn-cs"/>
              </a:rPr>
              <a:t>páo</a:t>
            </a:r>
            <a:endParaRPr kumimoji="0" lang="en-US" altLang="zh-CN" sz="32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GB Pinyinok-D" panose="02010601030101010101" charset="-122"/>
              <a:ea typeface="GB Pinyinok-D" panose="02010601030101010101" charset="-122"/>
              <a:cs typeface="+mn-cs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7854950" y="3805238"/>
            <a:ext cx="946150" cy="829945"/>
          </a:xfrm>
          <a:prstGeom prst="rect">
            <a:avLst/>
          </a:prstGeom>
        </p:spPr>
        <p:txBody>
          <a:bodyPr>
            <a:spAutoFit/>
          </a:bodyPr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GB Pinyinok-D" panose="02010601030101010101" charset="-122"/>
                <a:ea typeface="GB Pinyinok-D" panose="02010601030101010101" charset="-122"/>
                <a:cs typeface="+mn-cs"/>
              </a:rPr>
              <a:t>biān</a:t>
            </a:r>
            <a:endParaRPr kumimoji="0" lang="en-US" altLang="zh-CN" sz="32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GB Pinyinok-D" panose="02010601030101010101" charset="-122"/>
              <a:ea typeface="GB Pinyinok-D" panose="02010601030101010101" charset="-122"/>
              <a:cs typeface="+mn-cs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8639175" y="3774758"/>
            <a:ext cx="942975" cy="829945"/>
          </a:xfrm>
          <a:prstGeom prst="rect">
            <a:avLst/>
          </a:prstGeom>
        </p:spPr>
        <p:txBody>
          <a:bodyPr>
            <a:spAutoFit/>
          </a:bodyPr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GB Pinyinok-D" panose="02010601030101010101" charset="-122"/>
                <a:ea typeface="GB Pinyinok-D" panose="02010601030101010101" charset="-122"/>
                <a:cs typeface="+mn-cs"/>
              </a:rPr>
              <a:t>pào</a:t>
            </a:r>
            <a:endParaRPr kumimoji="0" lang="en-US" altLang="zh-CN" sz="32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GB Pinyinok-D" panose="02010601030101010101" charset="-122"/>
              <a:ea typeface="GB Pinyinok-D" panose="02010601030101010101" charset="-122"/>
              <a:cs typeface="+mn-cs"/>
            </a:endParaRPr>
          </a:p>
        </p:txBody>
      </p:sp>
      <p:pic>
        <p:nvPicPr>
          <p:cNvPr id="23" name="图片 22" descr="timg (1)"/>
          <p:cNvPicPr>
            <a:picLocks noChangeAspect="1"/>
          </p:cNvPicPr>
          <p:nvPr/>
        </p:nvPicPr>
        <p:blipFill>
          <a:blip r:embed="rId2">
            <a:clrChange>
              <a:clrFrom>
                <a:srgbClr val="F6F6F6">
                  <a:alpha val="100000"/>
                </a:srgbClr>
              </a:clrFrom>
              <a:clrTo>
                <a:srgbClr val="F6F6F6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86435" y="1343025"/>
            <a:ext cx="1686560" cy="3628390"/>
          </a:xfrm>
          <a:prstGeom prst="rect">
            <a:avLst/>
          </a:prstGeom>
        </p:spPr>
      </p:pic>
      <p:pic>
        <p:nvPicPr>
          <p:cNvPr id="24" name="图片 23" descr="为 - 副本"/>
          <p:cNvPicPr>
            <a:picLocks noChangeAspect="1"/>
          </p:cNvPicPr>
          <p:nvPr/>
        </p:nvPicPr>
        <p:blipFill>
          <a:blip r:embed="rId3">
            <a:clrChange>
              <a:clrFrom>
                <a:srgbClr val="F6F6F6">
                  <a:alpha val="100000"/>
                </a:srgbClr>
              </a:clrFrom>
              <a:clrTo>
                <a:srgbClr val="F6F6F6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 flipH="1">
            <a:off x="9839325" y="3933825"/>
            <a:ext cx="1891665" cy="2520315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22" grpId="0"/>
      <p:bldP spid="25" grpId="0"/>
      <p:bldP spid="27" grpId="0"/>
      <p:bldP spid="33" grpId="0"/>
      <p:bldP spid="20" grpId="0"/>
      <p:bldP spid="35" grpId="0"/>
      <p:bldP spid="10" grpId="0"/>
      <p:bldP spid="16" grpId="0"/>
      <p:bldP spid="19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5" name="Oval 4"/>
          <p:cNvSpPr/>
          <p:nvPr/>
        </p:nvSpPr>
        <p:spPr>
          <a:xfrm>
            <a:off x="4335780" y="4137660"/>
            <a:ext cx="1045210" cy="1106805"/>
          </a:xfrm>
          <a:prstGeom prst="ellipse">
            <a:avLst/>
          </a:prstGeom>
          <a:solidFill>
            <a:srgbClr val="B2DC7B"/>
          </a:solidFill>
          <a:ln w="9525" cap="flat" cmpd="sng">
            <a:solidFill>
              <a:srgbClr val="8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/>
          <a:p>
            <a:pPr algn="ctr"/>
            <a:endParaRPr lang="zh-CN" altLang="en-US" sz="6000" b="1" dirty="0">
              <a:solidFill>
                <a:srgbClr val="A9D18E"/>
              </a:solidFill>
              <a:latin typeface="Times New Roman" panose="02020603050405020304" charset="0"/>
              <a:ea typeface="楷体_GB2312" panose="02010609030101010101" charset="-122"/>
            </a:endParaRPr>
          </a:p>
        </p:txBody>
      </p:sp>
      <p:sp>
        <p:nvSpPr>
          <p:cNvPr id="31" name="Oval 4"/>
          <p:cNvSpPr/>
          <p:nvPr/>
        </p:nvSpPr>
        <p:spPr>
          <a:xfrm>
            <a:off x="3167380" y="4448175"/>
            <a:ext cx="1045210" cy="1106805"/>
          </a:xfrm>
          <a:prstGeom prst="ellipse">
            <a:avLst/>
          </a:prstGeom>
          <a:solidFill>
            <a:srgbClr val="B2DC7B"/>
          </a:solidFill>
          <a:ln w="9525" cap="flat" cmpd="sng">
            <a:solidFill>
              <a:srgbClr val="8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/>
          <a:p>
            <a:pPr algn="ctr"/>
            <a:endParaRPr lang="zh-CN" altLang="en-US" sz="6000" b="1" dirty="0">
              <a:solidFill>
                <a:srgbClr val="A9D18E"/>
              </a:solidFill>
              <a:latin typeface="Times New Roman" panose="02020603050405020304" charset="0"/>
              <a:ea typeface="楷体_GB2312" panose="02010609030101010101" charset="-122"/>
            </a:endParaRPr>
          </a:p>
        </p:txBody>
      </p:sp>
      <p:sp>
        <p:nvSpPr>
          <p:cNvPr id="29" name="Oval 4"/>
          <p:cNvSpPr/>
          <p:nvPr/>
        </p:nvSpPr>
        <p:spPr>
          <a:xfrm>
            <a:off x="2232660" y="3760470"/>
            <a:ext cx="1045210" cy="1106805"/>
          </a:xfrm>
          <a:prstGeom prst="ellipse">
            <a:avLst/>
          </a:prstGeom>
          <a:solidFill>
            <a:srgbClr val="B2DC7B"/>
          </a:solidFill>
          <a:ln w="9525" cap="flat" cmpd="sng">
            <a:solidFill>
              <a:srgbClr val="8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/>
          <a:p>
            <a:pPr algn="ctr"/>
            <a:endParaRPr lang="zh-CN" altLang="en-US" sz="6000" b="1" dirty="0">
              <a:solidFill>
                <a:srgbClr val="A9D18E"/>
              </a:solidFill>
              <a:latin typeface="Times New Roman" panose="02020603050405020304" charset="0"/>
              <a:ea typeface="楷体_GB2312" panose="02010609030101010101" charset="-122"/>
            </a:endParaRPr>
          </a:p>
        </p:txBody>
      </p:sp>
      <p:sp>
        <p:nvSpPr>
          <p:cNvPr id="33" name="Oval 4"/>
          <p:cNvSpPr/>
          <p:nvPr/>
        </p:nvSpPr>
        <p:spPr>
          <a:xfrm>
            <a:off x="4315460" y="2969260"/>
            <a:ext cx="1045210" cy="1106805"/>
          </a:xfrm>
          <a:prstGeom prst="ellipse">
            <a:avLst/>
          </a:prstGeom>
          <a:solidFill>
            <a:srgbClr val="B2DC7B"/>
          </a:solidFill>
          <a:ln w="9525" cap="flat" cmpd="sng">
            <a:solidFill>
              <a:srgbClr val="8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/>
          <a:p>
            <a:pPr algn="ctr"/>
            <a:endParaRPr lang="zh-CN" altLang="en-US" sz="6000" b="1" dirty="0">
              <a:solidFill>
                <a:srgbClr val="A9D18E"/>
              </a:solidFill>
              <a:latin typeface="Times New Roman" panose="02020603050405020304" charset="0"/>
              <a:ea typeface="楷体_GB2312" panose="02010609030101010101" charset="-122"/>
            </a:endParaRPr>
          </a:p>
        </p:txBody>
      </p:sp>
      <p:sp>
        <p:nvSpPr>
          <p:cNvPr id="11" name="Oval 4"/>
          <p:cNvSpPr/>
          <p:nvPr/>
        </p:nvSpPr>
        <p:spPr>
          <a:xfrm>
            <a:off x="3462020" y="2369820"/>
            <a:ext cx="1045210" cy="1106805"/>
          </a:xfrm>
          <a:prstGeom prst="ellipse">
            <a:avLst/>
          </a:prstGeom>
          <a:solidFill>
            <a:srgbClr val="B2DC7B"/>
          </a:solidFill>
          <a:ln w="9525" cap="flat" cmpd="sng">
            <a:solidFill>
              <a:srgbClr val="8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/>
          <a:p>
            <a:pPr algn="ctr"/>
            <a:endParaRPr lang="zh-CN" altLang="en-US" sz="6000" b="1" dirty="0">
              <a:solidFill>
                <a:srgbClr val="A9D18E"/>
              </a:solidFill>
              <a:latin typeface="Times New Roman" panose="02020603050405020304" charset="0"/>
              <a:ea typeface="楷体_GB2312" panose="02010609030101010101" charset="-122"/>
            </a:endParaRPr>
          </a:p>
        </p:txBody>
      </p:sp>
      <p:sp>
        <p:nvSpPr>
          <p:cNvPr id="14" name="文本框 1"/>
          <p:cNvSpPr txBox="1"/>
          <p:nvPr/>
        </p:nvSpPr>
        <p:spPr>
          <a:xfrm>
            <a:off x="4254500" y="1046163"/>
            <a:ext cx="3290888" cy="706437"/>
          </a:xfrm>
          <a:prstGeom prst="rect">
            <a:avLst/>
          </a:prstGeom>
          <a:noFill/>
          <a:ln w="31750" cap="flat" cmpd="sng">
            <a:solidFill>
              <a:srgbClr val="46B07E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anchor="t">
            <a:spAutoFit/>
          </a:bodyPr>
          <a:p>
            <a:pPr algn="ctr"/>
            <a:r>
              <a:rPr lang="zh-CN" altLang="en-US" sz="4000" b="1" dirty="0">
                <a:solidFill>
                  <a:srgbClr val="46B07E"/>
                </a:solidFill>
                <a:latin typeface="楷体" panose="02010609060101010101" charset="-122"/>
                <a:ea typeface="楷体" panose="02010609060101010101" charset="-122"/>
                <a:sym typeface="微软雅黑" panose="020B0503020204020204" charset="-122"/>
              </a:rPr>
              <a:t>换偏旁识字</a:t>
            </a:r>
            <a:endParaRPr lang="zh-CN" altLang="en-US" sz="4000" b="1" dirty="0">
              <a:solidFill>
                <a:srgbClr val="46B07E"/>
              </a:solidFill>
              <a:latin typeface="楷体" panose="02010609060101010101" charset="-122"/>
              <a:ea typeface="楷体" panose="02010609060101010101" charset="-122"/>
              <a:sym typeface="微软雅黑" panose="020B0503020204020204" charset="-122"/>
            </a:endParaRPr>
          </a:p>
        </p:txBody>
      </p:sp>
      <p:sp>
        <p:nvSpPr>
          <p:cNvPr id="15" name="WordArt 2"/>
          <p:cNvSpPr>
            <a:spLocks noTextEdit="1"/>
          </p:cNvSpPr>
          <p:nvPr/>
        </p:nvSpPr>
        <p:spPr>
          <a:xfrm>
            <a:off x="6714173" y="2664778"/>
            <a:ext cx="3282950" cy="657225"/>
          </a:xfrm>
          <a:prstGeom prst="rect">
            <a:avLst/>
          </a:prstGeom>
        </p:spPr>
        <p:txBody>
          <a:bodyPr wrap="none" fromWordArt="1">
            <a:normAutofit/>
          </a:bodyPr>
          <a:p>
            <a:pPr algn="ctr"/>
            <a:r>
              <a:rPr lang="zh-CN" altLang="en-US" sz="3200" spc="400">
                <a:solidFill>
                  <a:srgbClr val="00B0F0"/>
                </a:solidFill>
                <a:latin typeface="黑体" panose="02010609060101010101" charset="-122"/>
                <a:ea typeface="黑体" panose="02010609060101010101" charset="-122"/>
              </a:rPr>
              <a:t>有水把茶泡。</a:t>
            </a:r>
            <a:endParaRPr lang="zh-CN" altLang="en-US" sz="3200" spc="400">
              <a:solidFill>
                <a:srgbClr val="00B0F0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16" name="WordArt 3"/>
          <p:cNvSpPr>
            <a:spLocks noTextEdit="1"/>
          </p:cNvSpPr>
          <p:nvPr/>
        </p:nvSpPr>
        <p:spPr>
          <a:xfrm>
            <a:off x="6714173" y="2082165"/>
            <a:ext cx="3282950" cy="657225"/>
          </a:xfrm>
          <a:prstGeom prst="rect">
            <a:avLst/>
          </a:prstGeom>
        </p:spPr>
        <p:txBody>
          <a:bodyPr wrap="none" fromWordArt="1">
            <a:normAutofit/>
          </a:bodyPr>
          <a:p>
            <a:pPr algn="ctr"/>
            <a:r>
              <a:rPr lang="zh-CN" altLang="en-US" sz="3200" b="1" spc="400">
                <a:solidFill>
                  <a:srgbClr val="FF6699"/>
                </a:solidFill>
                <a:latin typeface="黑体" panose="02010609060101010101" charset="-122"/>
                <a:ea typeface="黑体" panose="02010609060101010101" charset="-122"/>
              </a:rPr>
              <a:t>有饭能吃饱，</a:t>
            </a:r>
            <a:endParaRPr lang="zh-CN" altLang="en-US" sz="3200" b="1" spc="400">
              <a:solidFill>
                <a:srgbClr val="FF6699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17" name="WordArt 11"/>
          <p:cNvSpPr>
            <a:spLocks noTextEdit="1"/>
          </p:cNvSpPr>
          <p:nvPr/>
        </p:nvSpPr>
        <p:spPr>
          <a:xfrm>
            <a:off x="6714173" y="3359150"/>
            <a:ext cx="3281362" cy="657225"/>
          </a:xfrm>
          <a:prstGeom prst="rect">
            <a:avLst/>
          </a:prstGeom>
        </p:spPr>
        <p:txBody>
          <a:bodyPr wrap="none" fromWordArt="1">
            <a:normAutofit/>
          </a:bodyPr>
          <a:p>
            <a:pPr algn="ctr"/>
            <a:r>
              <a:rPr lang="zh-CN" altLang="en-US" sz="3200" spc="400">
                <a:solidFill>
                  <a:srgbClr val="C55A11"/>
                </a:solidFill>
                <a:latin typeface="黑体" panose="02010609060101010101" charset="-122"/>
                <a:ea typeface="黑体" panose="02010609060101010101" charset="-122"/>
              </a:rPr>
              <a:t>有足快快跑，</a:t>
            </a:r>
            <a:endParaRPr lang="zh-CN" altLang="en-US" sz="3200" spc="400">
              <a:solidFill>
                <a:srgbClr val="C55A11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18" name="WordArt 13"/>
          <p:cNvSpPr>
            <a:spLocks noTextEdit="1"/>
          </p:cNvSpPr>
          <p:nvPr/>
        </p:nvSpPr>
        <p:spPr>
          <a:xfrm>
            <a:off x="6702425" y="4031615"/>
            <a:ext cx="3282950" cy="657225"/>
          </a:xfrm>
          <a:prstGeom prst="rect">
            <a:avLst/>
          </a:prstGeom>
        </p:spPr>
        <p:txBody>
          <a:bodyPr wrap="none" fromWordArt="1">
            <a:noAutofit/>
          </a:bodyPr>
          <a:p>
            <a:pPr algn="ctr" fontAlgn="base"/>
            <a:r>
              <a:rPr lang="zh-CN" altLang="en-US" sz="3200" spc="400" noProof="1">
                <a:solidFill>
                  <a:schemeClr val="accent3">
                    <a:lumMod val="50000"/>
                  </a:schemeClr>
                </a:solidFill>
                <a:effectLst/>
                <a:latin typeface="黑体" panose="02010609060101010101" charset="-122"/>
                <a:ea typeface="黑体" panose="02010609060101010101" charset="-122"/>
                <a:cs typeface="+mn-cs"/>
              </a:rPr>
              <a:t>有手轻轻抱。</a:t>
            </a:r>
            <a:endParaRPr lang="zh-CN" altLang="en-US" sz="3200" spc="400" noProof="1">
              <a:solidFill>
                <a:schemeClr val="accent3">
                  <a:lumMod val="50000"/>
                </a:schemeClr>
              </a:solidFill>
              <a:effectLst/>
              <a:latin typeface="黑体" panose="02010609060101010101" charset="-122"/>
              <a:ea typeface="黑体" panose="02010609060101010101" charset="-122"/>
              <a:cs typeface="+mn-cs"/>
            </a:endParaRPr>
          </a:p>
        </p:txBody>
      </p:sp>
      <p:sp>
        <p:nvSpPr>
          <p:cNvPr id="19" name="WordArt 15"/>
          <p:cNvSpPr>
            <a:spLocks noTextEdit="1"/>
          </p:cNvSpPr>
          <p:nvPr/>
        </p:nvSpPr>
        <p:spPr>
          <a:xfrm>
            <a:off x="6711950" y="4685348"/>
            <a:ext cx="3282950" cy="657225"/>
          </a:xfrm>
          <a:prstGeom prst="rect">
            <a:avLst/>
          </a:prstGeom>
        </p:spPr>
        <p:txBody>
          <a:bodyPr wrap="none" fromWordArt="1">
            <a:normAutofit/>
          </a:bodyPr>
          <a:p>
            <a:pPr algn="ctr"/>
            <a:r>
              <a:rPr lang="zh-CN" altLang="en-US" sz="3200" spc="400">
                <a:solidFill>
                  <a:srgbClr val="7030A0"/>
                </a:solidFill>
                <a:latin typeface="黑体" panose="02010609060101010101" charset="-122"/>
                <a:ea typeface="黑体" panose="02010609060101010101" charset="-122"/>
              </a:rPr>
              <a:t>有衣穿长袍，</a:t>
            </a:r>
            <a:endParaRPr lang="zh-CN" altLang="en-US" sz="3200" spc="400">
              <a:solidFill>
                <a:srgbClr val="7030A0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20" name="Oval 4"/>
          <p:cNvSpPr/>
          <p:nvPr/>
        </p:nvSpPr>
        <p:spPr>
          <a:xfrm>
            <a:off x="3589020" y="2456180"/>
            <a:ext cx="1045210" cy="1106805"/>
          </a:xfrm>
          <a:prstGeom prst="ellipse">
            <a:avLst/>
          </a:prstGeom>
          <a:solidFill>
            <a:srgbClr val="E8F0C2"/>
          </a:solidFill>
          <a:ln w="9525" cap="flat" cmpd="sng">
            <a:solidFill>
              <a:srgbClr val="8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/>
          <a:p>
            <a:pPr algn="ctr"/>
            <a:r>
              <a:rPr lang="zh-CN" altLang="en-US" sz="6000" b="1" dirty="0">
                <a:solidFill>
                  <a:srgbClr val="FF6699"/>
                </a:solidFill>
                <a:latin typeface="Times New Roman" panose="02020603050405020304" charset="0"/>
                <a:ea typeface="楷体_GB2312" panose="02010609030101010101" charset="-122"/>
              </a:rPr>
              <a:t>饣  </a:t>
            </a:r>
            <a:endParaRPr lang="zh-CN" altLang="en-US" sz="6000" b="1" dirty="0">
              <a:solidFill>
                <a:srgbClr val="FF6699"/>
              </a:solidFill>
              <a:latin typeface="Times New Roman" panose="02020603050405020304" charset="0"/>
              <a:ea typeface="楷体_GB2312" panose="02010609030101010101" charset="-122"/>
            </a:endParaRPr>
          </a:p>
        </p:txBody>
      </p:sp>
      <p:sp>
        <p:nvSpPr>
          <p:cNvPr id="24" name="Oval 7"/>
          <p:cNvSpPr/>
          <p:nvPr/>
        </p:nvSpPr>
        <p:spPr>
          <a:xfrm>
            <a:off x="3451860" y="3527425"/>
            <a:ext cx="990600" cy="1077913"/>
          </a:xfrm>
          <a:prstGeom prst="ellipse">
            <a:avLst/>
          </a:prstGeom>
          <a:solidFill>
            <a:srgbClr val="E8F0C2"/>
          </a:solidFill>
          <a:ln w="9525" cap="flat" cmpd="sng">
            <a:solidFill>
              <a:srgbClr val="FF00FF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/>
          <a:p>
            <a:pPr algn="ctr"/>
            <a:r>
              <a:rPr lang="zh-CN" altLang="en-US" sz="5200" b="1" dirty="0">
                <a:solidFill>
                  <a:srgbClr val="006600"/>
                </a:solidFill>
                <a:latin typeface="Times New Roman" panose="02020603050405020304" charset="0"/>
                <a:ea typeface="楷体_GB2312" panose="02010609030101010101" charset="-122"/>
              </a:rPr>
              <a:t>包</a:t>
            </a:r>
            <a:endParaRPr lang="zh-CN" altLang="en-US" sz="5200" b="1" dirty="0">
              <a:solidFill>
                <a:srgbClr val="006600"/>
              </a:solidFill>
              <a:latin typeface="Times New Roman" panose="02020603050405020304" charset="0"/>
              <a:ea typeface="楷体_GB2312" panose="02010609030101010101" charset="-122"/>
            </a:endParaRPr>
          </a:p>
        </p:txBody>
      </p:sp>
      <p:sp>
        <p:nvSpPr>
          <p:cNvPr id="27" name="Oval 4"/>
          <p:cNvSpPr/>
          <p:nvPr/>
        </p:nvSpPr>
        <p:spPr>
          <a:xfrm>
            <a:off x="2517140" y="2724150"/>
            <a:ext cx="1045210" cy="1106805"/>
          </a:xfrm>
          <a:prstGeom prst="ellipse">
            <a:avLst/>
          </a:prstGeom>
          <a:solidFill>
            <a:srgbClr val="B2DC7B"/>
          </a:solidFill>
          <a:ln w="9525" cap="flat" cmpd="sng">
            <a:solidFill>
              <a:srgbClr val="8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/>
          <a:p>
            <a:pPr algn="ctr"/>
            <a:endParaRPr lang="zh-CN" altLang="en-US" sz="6000" b="1" dirty="0">
              <a:solidFill>
                <a:srgbClr val="A9D18E"/>
              </a:solidFill>
              <a:latin typeface="Times New Roman" panose="02020603050405020304" charset="0"/>
              <a:ea typeface="楷体_GB2312" panose="02010609030101010101" charset="-122"/>
            </a:endParaRPr>
          </a:p>
        </p:txBody>
      </p:sp>
      <p:sp>
        <p:nvSpPr>
          <p:cNvPr id="28" name="Oval 4"/>
          <p:cNvSpPr/>
          <p:nvPr/>
        </p:nvSpPr>
        <p:spPr>
          <a:xfrm>
            <a:off x="2623820" y="2851150"/>
            <a:ext cx="1045210" cy="1106805"/>
          </a:xfrm>
          <a:prstGeom prst="ellipse">
            <a:avLst/>
          </a:prstGeom>
          <a:solidFill>
            <a:srgbClr val="E8F0C2"/>
          </a:solidFill>
          <a:ln w="9525" cap="flat" cmpd="sng">
            <a:solidFill>
              <a:srgbClr val="8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/>
          <a:p>
            <a:pPr algn="ctr"/>
            <a:r>
              <a:rPr lang="zh-CN" altLang="en-US" sz="6000" b="1" dirty="0">
                <a:solidFill>
                  <a:srgbClr val="70B0F0"/>
                </a:solidFill>
                <a:latin typeface="Times New Roman" panose="02020603050405020304" charset="0"/>
                <a:ea typeface="楷体_GB2312" panose="02010609030101010101" charset="-122"/>
              </a:rPr>
              <a:t>氵</a:t>
            </a:r>
            <a:endParaRPr lang="zh-CN" altLang="en-US" sz="6000" b="1" dirty="0">
              <a:solidFill>
                <a:srgbClr val="70B0F0"/>
              </a:solidFill>
              <a:latin typeface="Times New Roman" panose="02020603050405020304" charset="0"/>
              <a:ea typeface="楷体_GB2312" panose="02010609030101010101" charset="-122"/>
            </a:endParaRPr>
          </a:p>
        </p:txBody>
      </p:sp>
      <p:sp>
        <p:nvSpPr>
          <p:cNvPr id="30" name="Oval 4"/>
          <p:cNvSpPr/>
          <p:nvPr/>
        </p:nvSpPr>
        <p:spPr>
          <a:xfrm>
            <a:off x="2329180" y="3887470"/>
            <a:ext cx="1045210" cy="1106805"/>
          </a:xfrm>
          <a:prstGeom prst="ellipse">
            <a:avLst/>
          </a:prstGeom>
          <a:solidFill>
            <a:srgbClr val="E8F0C2"/>
          </a:solidFill>
          <a:ln w="9525" cap="flat" cmpd="sng">
            <a:solidFill>
              <a:srgbClr val="8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/>
          <a:p>
            <a:pPr algn="ctr"/>
            <a:r>
              <a:rPr lang="en-US" altLang="zh-CN" sz="6000" b="1" dirty="0">
                <a:solidFill>
                  <a:srgbClr val="FF6699"/>
                </a:solidFill>
                <a:latin typeface="+mj-ea"/>
                <a:ea typeface="+mj-ea"/>
              </a:rPr>
              <a:t> </a:t>
            </a:r>
            <a:r>
              <a:rPr lang="zh-CN" altLang="en-US" sz="5400" b="1" dirty="0">
                <a:solidFill>
                  <a:srgbClr val="C55A11"/>
                </a:solidFill>
                <a:latin typeface="+mj-ea"/>
                <a:ea typeface="+mj-ea"/>
              </a:rPr>
              <a:t></a:t>
            </a:r>
            <a:endParaRPr lang="zh-CN" altLang="en-US" sz="5400" b="1" dirty="0">
              <a:solidFill>
                <a:srgbClr val="C55A11"/>
              </a:solidFill>
              <a:latin typeface="+mj-ea"/>
              <a:ea typeface="+mj-ea"/>
            </a:endParaRPr>
          </a:p>
        </p:txBody>
      </p:sp>
      <p:sp>
        <p:nvSpPr>
          <p:cNvPr id="32" name="Oval 4"/>
          <p:cNvSpPr/>
          <p:nvPr/>
        </p:nvSpPr>
        <p:spPr>
          <a:xfrm>
            <a:off x="3223260" y="4524375"/>
            <a:ext cx="1045210" cy="1106805"/>
          </a:xfrm>
          <a:prstGeom prst="ellipse">
            <a:avLst/>
          </a:prstGeom>
          <a:solidFill>
            <a:srgbClr val="E8F0C2"/>
          </a:solidFill>
          <a:ln w="9525" cap="flat" cmpd="sng">
            <a:solidFill>
              <a:srgbClr val="8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/>
          <a:p>
            <a:pPr algn="ctr"/>
            <a:r>
              <a:rPr lang="zh-CN" altLang="en-US" sz="5400" b="1" dirty="0">
                <a:solidFill>
                  <a:srgbClr val="535353"/>
                </a:solidFill>
                <a:latin typeface="Times New Roman" panose="02020603050405020304" charset="0"/>
                <a:ea typeface="楷体_GB2312" panose="02010609030101010101" charset="-122"/>
              </a:rPr>
              <a:t>扌</a:t>
            </a:r>
            <a:endParaRPr lang="zh-CN" altLang="en-US" sz="5400" b="1" dirty="0">
              <a:solidFill>
                <a:srgbClr val="535353"/>
              </a:solidFill>
              <a:latin typeface="Times New Roman" panose="02020603050405020304" charset="0"/>
              <a:ea typeface="楷体_GB2312" panose="02010609030101010101" charset="-122"/>
            </a:endParaRPr>
          </a:p>
        </p:txBody>
      </p:sp>
      <p:sp>
        <p:nvSpPr>
          <p:cNvPr id="34" name="Oval 4"/>
          <p:cNvSpPr/>
          <p:nvPr/>
        </p:nvSpPr>
        <p:spPr>
          <a:xfrm>
            <a:off x="4442460" y="3096260"/>
            <a:ext cx="1045210" cy="1106805"/>
          </a:xfrm>
          <a:prstGeom prst="ellipse">
            <a:avLst/>
          </a:prstGeom>
          <a:solidFill>
            <a:srgbClr val="E8F0C2"/>
          </a:solidFill>
          <a:ln w="9525" cap="flat" cmpd="sng">
            <a:solidFill>
              <a:srgbClr val="8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/>
          <a:p>
            <a:pPr algn="ctr"/>
            <a:r>
              <a:rPr lang="zh-CN" altLang="en-US" sz="5400" b="1" dirty="0">
                <a:solidFill>
                  <a:srgbClr val="FF6699"/>
                </a:solidFill>
                <a:latin typeface="Times New Roman" panose="02020603050405020304" charset="0"/>
                <a:ea typeface="楷体_GB2312" panose="02010609030101010101" charset="-122"/>
              </a:rPr>
              <a:t>火</a:t>
            </a:r>
            <a:endParaRPr lang="zh-CN" altLang="en-US" sz="5400" b="1" dirty="0">
              <a:solidFill>
                <a:srgbClr val="FF6699"/>
              </a:solidFill>
              <a:latin typeface="Times New Roman" panose="02020603050405020304" charset="0"/>
              <a:ea typeface="楷体_GB2312" panose="02010609030101010101" charset="-122"/>
            </a:endParaRPr>
          </a:p>
        </p:txBody>
      </p:sp>
      <p:sp>
        <p:nvSpPr>
          <p:cNvPr id="36" name="Oval 4"/>
          <p:cNvSpPr/>
          <p:nvPr/>
        </p:nvSpPr>
        <p:spPr>
          <a:xfrm>
            <a:off x="4229100" y="4224020"/>
            <a:ext cx="1045210" cy="1106805"/>
          </a:xfrm>
          <a:prstGeom prst="ellipse">
            <a:avLst/>
          </a:prstGeom>
          <a:solidFill>
            <a:srgbClr val="E8F0C2"/>
          </a:solidFill>
          <a:ln w="9525" cap="flat" cmpd="sng">
            <a:solidFill>
              <a:srgbClr val="8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/>
          <a:p>
            <a:pPr algn="ctr"/>
            <a:r>
              <a:rPr lang="zh-CN" altLang="en-US" sz="5400" b="1" dirty="0">
                <a:solidFill>
                  <a:srgbClr val="7030A1"/>
                </a:solidFill>
                <a:latin typeface="Times New Roman" panose="02020603050405020304" charset="0"/>
                <a:ea typeface="楷体_GB2312" panose="02010609030101010101" charset="-122"/>
              </a:rPr>
              <a:t>衤</a:t>
            </a:r>
            <a:endParaRPr lang="zh-CN" altLang="en-US" sz="5400" b="1" dirty="0">
              <a:solidFill>
                <a:srgbClr val="7030A1"/>
              </a:solidFill>
              <a:latin typeface="Times New Roman" panose="02020603050405020304" charset="0"/>
              <a:ea typeface="楷体_GB2312" panose="02010609030101010101" charset="-122"/>
            </a:endParaRPr>
          </a:p>
        </p:txBody>
      </p:sp>
      <p:sp>
        <p:nvSpPr>
          <p:cNvPr id="39" name="WordArt 15"/>
          <p:cNvSpPr>
            <a:spLocks noTextEdit="1"/>
          </p:cNvSpPr>
          <p:nvPr/>
        </p:nvSpPr>
        <p:spPr>
          <a:xfrm>
            <a:off x="6711950" y="5427028"/>
            <a:ext cx="3282950" cy="657225"/>
          </a:xfrm>
          <a:prstGeom prst="rect">
            <a:avLst/>
          </a:prstGeom>
        </p:spPr>
        <p:txBody>
          <a:bodyPr wrap="none" fromWordArt="1">
            <a:normAutofit/>
          </a:bodyPr>
          <a:p>
            <a:pPr algn="ctr"/>
            <a:r>
              <a:rPr lang="zh-CN" altLang="en-US" sz="3200" spc="400">
                <a:solidFill>
                  <a:srgbClr val="46B07E"/>
                </a:solidFill>
                <a:latin typeface="黑体" panose="02010609060101010101" charset="-122"/>
                <a:ea typeface="黑体" panose="02010609060101010101" charset="-122"/>
              </a:rPr>
              <a:t>有火放鞭炮。</a:t>
            </a:r>
            <a:endParaRPr lang="zh-CN" altLang="en-US" sz="3200" spc="400">
              <a:solidFill>
                <a:srgbClr val="46B07E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</p:spTree>
    <p:custDataLst>
      <p:tags r:id="rId1"/>
    </p:custDataLst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5" grpId="0"/>
      <p:bldP spid="17" grpId="0"/>
      <p:bldP spid="18" grpId="0"/>
      <p:bldP spid="19" grpId="0"/>
      <p:bldP spid="20" grpId="0" bldLvl="0" animBg="1"/>
      <p:bldP spid="28" grpId="0" bldLvl="0" animBg="1"/>
      <p:bldP spid="30" grpId="0" bldLvl="0" animBg="1"/>
      <p:bldP spid="32" grpId="0" bldLvl="0" animBg="1"/>
      <p:bldP spid="34" grpId="0" bldLvl="0" animBg="1"/>
      <p:bldP spid="36" grpId="0" bldLvl="0" animBg="1"/>
      <p:bldP spid="39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5844" name="图片 1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71450" y="-450850"/>
            <a:ext cx="2873375" cy="164655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6" name="文本框 15"/>
          <p:cNvSpPr txBox="1"/>
          <p:nvPr/>
        </p:nvSpPr>
        <p:spPr>
          <a:xfrm>
            <a:off x="2293938" y="2211071"/>
            <a:ext cx="871855" cy="922020"/>
          </a:xfrm>
          <a:prstGeom prst="rect">
            <a:avLst/>
          </a:prstGeom>
          <a:noFill/>
        </p:spPr>
        <p:txBody>
          <a:bodyPr wrap="none" rtlCol="0" anchor="b" anchorCtr="0">
            <a:spAutoFit/>
          </a:bodyPr>
          <a:p>
            <a:pPr marR="0" defTabSz="914400" eaLnBrk="0" fontAlgn="auto" hangingPunct="0"/>
            <a:r>
              <a:rPr kumimoji="0" lang="zh-CN" altLang="en-US" sz="5400" b="1" i="0" baseline="0" noProof="1">
                <a:solidFill>
                  <a:schemeClr val="accent5">
                    <a:lumMod val="50000"/>
                  </a:schemeClr>
                </a:solidFill>
                <a:uFillTx/>
                <a:latin typeface="楷体" panose="02010609060101010101" charset="-122"/>
                <a:ea typeface="楷体" panose="02010609060101010101" charset="-122"/>
                <a:cs typeface="+mn-cs"/>
                <a:sym typeface="+mn-ea"/>
              </a:rPr>
              <a:t>饭</a:t>
            </a:r>
            <a:endParaRPr kumimoji="0" lang="zh-CN" altLang="en-US" sz="5400" b="1" i="0" baseline="0" noProof="1">
              <a:solidFill>
                <a:schemeClr val="accent5">
                  <a:lumMod val="50000"/>
                </a:schemeClr>
              </a:solidFill>
              <a:uFillTx/>
              <a:latin typeface="楷体" panose="02010609060101010101" charset="-122"/>
              <a:ea typeface="楷体" panose="02010609060101010101" charset="-122"/>
              <a:cs typeface="+mn-cs"/>
              <a:sym typeface="+mn-ea"/>
            </a:endParaRPr>
          </a:p>
        </p:txBody>
      </p:sp>
      <p:sp>
        <p:nvSpPr>
          <p:cNvPr id="54" name="文本框 53"/>
          <p:cNvSpPr txBox="1"/>
          <p:nvPr/>
        </p:nvSpPr>
        <p:spPr>
          <a:xfrm>
            <a:off x="1971358" y="1527810"/>
            <a:ext cx="1565275" cy="70675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pPr algn="ctr" eaLnBrk="0" hangingPunct="0"/>
            <a:r>
              <a:rPr lang="en-US" altLang="zh-CN" sz="4000" b="1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GB Pinyinok-D" panose="02010601030101010101" charset="-122"/>
                <a:ea typeface="GB Pinyinok-D" panose="02010601030101010101" charset="-122"/>
                <a:sym typeface="+mn-ea"/>
              </a:rPr>
              <a:t>fàn</a:t>
            </a:r>
            <a:endParaRPr lang="en-US" altLang="zh-CN" sz="4000" b="1">
              <a:solidFill>
                <a:srgbClr val="E68200"/>
              </a:solidFill>
              <a:latin typeface="GB Pinyinok-D" panose="02010601030101010101" charset="-122"/>
              <a:ea typeface="GB Pinyinok-D" panose="02010601030101010101" charset="-122"/>
            </a:endParaRPr>
          </a:p>
        </p:txBody>
      </p:sp>
      <p:sp>
        <p:nvSpPr>
          <p:cNvPr id="12290" name="文本框 1"/>
          <p:cNvSpPr txBox="1"/>
          <p:nvPr/>
        </p:nvSpPr>
        <p:spPr>
          <a:xfrm>
            <a:off x="1990725" y="3150553"/>
            <a:ext cx="1622425" cy="70675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pPr algn="ctr" eaLnBrk="0" hangingPunct="0"/>
            <a:r>
              <a:rPr lang="zh-CN" altLang="en-US" sz="4000">
                <a:latin typeface="汉仪中楷简" panose="02010604000101010101" charset="-122"/>
                <a:ea typeface="汉仪中楷简" panose="02010604000101010101" charset="-122"/>
              </a:rPr>
              <a:t>早饭  </a:t>
            </a:r>
            <a:endParaRPr lang="zh-CN" altLang="en-US" sz="4000">
              <a:latin typeface="汉仪中楷简" panose="02010604000101010101" charset="-122"/>
              <a:ea typeface="汉仪中楷简" panose="02010604000101010101" charset="-122"/>
            </a:endParaRPr>
          </a:p>
        </p:txBody>
      </p:sp>
      <p:cxnSp>
        <p:nvCxnSpPr>
          <p:cNvPr id="17" name="直接连接符 16"/>
          <p:cNvCxnSpPr/>
          <p:nvPr/>
        </p:nvCxnSpPr>
        <p:spPr>
          <a:xfrm>
            <a:off x="1884363" y="2217420"/>
            <a:ext cx="8126413" cy="0"/>
          </a:xfrm>
          <a:prstGeom prst="line">
            <a:avLst/>
          </a:prstGeom>
          <a:ln w="28575" cmpd="sng">
            <a:solidFill>
              <a:schemeClr val="accent1">
                <a:shade val="5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连接符 17"/>
          <p:cNvCxnSpPr/>
          <p:nvPr/>
        </p:nvCxnSpPr>
        <p:spPr>
          <a:xfrm>
            <a:off x="1884363" y="3110865"/>
            <a:ext cx="8126413" cy="0"/>
          </a:xfrm>
          <a:prstGeom prst="line">
            <a:avLst/>
          </a:prstGeom>
          <a:ln w="28575" cmpd="sng">
            <a:solidFill>
              <a:schemeClr val="accent1">
                <a:shade val="5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文本框 18"/>
          <p:cNvSpPr txBox="1"/>
          <p:nvPr/>
        </p:nvSpPr>
        <p:spPr>
          <a:xfrm>
            <a:off x="5339398" y="2199958"/>
            <a:ext cx="871855" cy="922020"/>
          </a:xfrm>
          <a:prstGeom prst="rect">
            <a:avLst/>
          </a:prstGeom>
          <a:noFill/>
        </p:spPr>
        <p:txBody>
          <a:bodyPr wrap="none" rtlCol="0" anchor="b" anchorCtr="0">
            <a:spAutoFit/>
          </a:bodyPr>
          <a:p>
            <a:pPr marR="0" defTabSz="914400" eaLnBrk="0" fontAlgn="auto" hangingPunct="0"/>
            <a:r>
              <a:rPr kumimoji="0" lang="zh-CN" altLang="en-US" sz="5400" b="1" i="0" baseline="0" noProof="1">
                <a:solidFill>
                  <a:schemeClr val="accent5">
                    <a:lumMod val="50000"/>
                  </a:schemeClr>
                </a:solidFill>
                <a:uFillTx/>
                <a:latin typeface="楷体" panose="02010609060101010101" charset="-122"/>
                <a:ea typeface="楷体" panose="02010609060101010101" charset="-122"/>
                <a:cs typeface="+mn-cs"/>
                <a:sym typeface="+mn-ea"/>
              </a:rPr>
              <a:t>饱</a:t>
            </a:r>
            <a:endParaRPr kumimoji="0" lang="zh-CN" altLang="en-US" sz="5400" b="1" i="0" baseline="0" noProof="1">
              <a:solidFill>
                <a:schemeClr val="accent5">
                  <a:lumMod val="50000"/>
                </a:schemeClr>
              </a:solidFill>
              <a:uFillTx/>
              <a:latin typeface="楷体" panose="02010609060101010101" charset="-122"/>
              <a:ea typeface="楷体" panose="02010609060101010101" charset="-122"/>
              <a:cs typeface="+mn-cs"/>
              <a:sym typeface="+mn-ea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5009515" y="1527810"/>
            <a:ext cx="1566863" cy="70675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pPr algn="ctr" eaLnBrk="0" hangingPunct="0"/>
            <a:r>
              <a:rPr lang="en-US" altLang="zh-CN" sz="4000" b="1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GB Pinyinok-D" panose="02010601030101010101" charset="-122"/>
                <a:ea typeface="GB Pinyinok-D" panose="02010601030101010101" charset="-122"/>
                <a:sym typeface="+mn-ea"/>
              </a:rPr>
              <a:t>bǎo</a:t>
            </a:r>
            <a:endParaRPr lang="en-US" altLang="zh-CN" sz="4000" b="1">
              <a:solidFill>
                <a:srgbClr val="E68200"/>
              </a:solidFill>
              <a:latin typeface="GB Pinyinok-D" panose="02010601030101010101" charset="-122"/>
              <a:ea typeface="GB Pinyinok-D" panose="02010601030101010101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6841808" y="2199958"/>
            <a:ext cx="871855" cy="922020"/>
          </a:xfrm>
          <a:prstGeom prst="rect">
            <a:avLst/>
          </a:prstGeom>
          <a:noFill/>
        </p:spPr>
        <p:txBody>
          <a:bodyPr wrap="none" rtlCol="0" anchor="b" anchorCtr="0">
            <a:spAutoFit/>
          </a:bodyPr>
          <a:p>
            <a:pPr marR="0" defTabSz="914400" eaLnBrk="0" fontAlgn="auto" hangingPunct="0"/>
            <a:r>
              <a:rPr kumimoji="0" lang="zh-CN" altLang="en-US" sz="5400" b="1" i="0" baseline="0" noProof="1">
                <a:solidFill>
                  <a:schemeClr val="accent5">
                    <a:lumMod val="50000"/>
                  </a:schemeClr>
                </a:solidFill>
                <a:uFillTx/>
                <a:latin typeface="楷体" panose="02010609060101010101" charset="-122"/>
                <a:ea typeface="楷体" panose="02010609060101010101" charset="-122"/>
                <a:cs typeface="+mn-cs"/>
                <a:sym typeface="+mn-ea"/>
              </a:rPr>
              <a:t>茶</a:t>
            </a:r>
            <a:endParaRPr kumimoji="0" lang="zh-CN" altLang="en-US" sz="5400" b="1" i="0" baseline="0" noProof="1">
              <a:solidFill>
                <a:schemeClr val="accent5">
                  <a:lumMod val="50000"/>
                </a:schemeClr>
              </a:solidFill>
              <a:uFillTx/>
              <a:latin typeface="楷体" panose="02010609060101010101" charset="-122"/>
              <a:ea typeface="楷体" panose="02010609060101010101" charset="-122"/>
              <a:cs typeface="+mn-cs"/>
              <a:sym typeface="+mn-ea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6510338" y="1551623"/>
            <a:ext cx="1566862" cy="70675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pPr algn="ctr" eaLnBrk="0" hangingPunct="0"/>
            <a:r>
              <a:rPr lang="en-US" altLang="zh-CN" sz="4000" b="1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GB Pinyinok-D" panose="02010601030101010101" charset="-122"/>
                <a:ea typeface="GB Pinyinok-D" panose="02010601030101010101" charset="-122"/>
                <a:sym typeface="+mn-ea"/>
              </a:rPr>
              <a:t>chá</a:t>
            </a:r>
            <a:endParaRPr lang="en-US" altLang="zh-CN" sz="4000" b="1">
              <a:solidFill>
                <a:srgbClr val="E68200"/>
              </a:solidFill>
              <a:latin typeface="GB Pinyinok-D" panose="02010601030101010101" charset="-122"/>
              <a:ea typeface="GB Pinyinok-D" panose="02010601030101010101" charset="-122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8384858" y="2199958"/>
            <a:ext cx="1139825" cy="922020"/>
          </a:xfrm>
          <a:prstGeom prst="rect">
            <a:avLst/>
          </a:prstGeom>
          <a:noFill/>
        </p:spPr>
        <p:txBody>
          <a:bodyPr wrap="square" rtlCol="0" anchor="b" anchorCtr="0">
            <a:spAutoFit/>
          </a:bodyPr>
          <a:p>
            <a:pPr marR="0" defTabSz="914400" eaLnBrk="0" fontAlgn="auto" hangingPunct="0"/>
            <a:r>
              <a:rPr kumimoji="0" lang="zh-CN" altLang="en-US" sz="5400" b="1" i="0" baseline="0" noProof="1">
                <a:solidFill>
                  <a:schemeClr val="accent5">
                    <a:lumMod val="50000"/>
                  </a:schemeClr>
                </a:solidFill>
                <a:uFillTx/>
                <a:latin typeface="楷体" panose="02010609060101010101" charset="-122"/>
                <a:ea typeface="楷体" panose="02010609060101010101" charset="-122"/>
                <a:cs typeface="+mn-cs"/>
                <a:sym typeface="+mn-ea"/>
              </a:rPr>
              <a:t>泡</a:t>
            </a:r>
            <a:endParaRPr kumimoji="0" lang="zh-CN" altLang="en-US" sz="5400" b="1" i="0" baseline="0" noProof="1">
              <a:solidFill>
                <a:schemeClr val="accent5">
                  <a:lumMod val="50000"/>
                </a:schemeClr>
              </a:solidFill>
              <a:uFillTx/>
              <a:latin typeface="楷体" panose="02010609060101010101" charset="-122"/>
              <a:ea typeface="楷体" panose="02010609060101010101" charset="-122"/>
              <a:cs typeface="+mn-cs"/>
              <a:sym typeface="+mn-ea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8067358" y="1538923"/>
            <a:ext cx="1565275" cy="70675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pPr algn="ctr" eaLnBrk="0" hangingPunct="0"/>
            <a:r>
              <a:rPr lang="en-US" altLang="zh-CN" sz="4000" b="1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GB Pinyinok-D" panose="02010601030101010101" charset="-122"/>
                <a:ea typeface="GB Pinyinok-D" panose="02010601030101010101" charset="-122"/>
                <a:sym typeface="+mn-ea"/>
              </a:rPr>
              <a:t>pào</a:t>
            </a:r>
            <a:endParaRPr lang="en-US" altLang="zh-CN" sz="4000" b="1">
              <a:solidFill>
                <a:srgbClr val="E68200"/>
              </a:solidFill>
              <a:latin typeface="GB Pinyinok-D" panose="02010601030101010101" charset="-122"/>
              <a:ea typeface="GB Pinyinok-D" panose="02010601030101010101" charset="-122"/>
            </a:endParaRPr>
          </a:p>
        </p:txBody>
      </p:sp>
      <p:sp>
        <p:nvSpPr>
          <p:cNvPr id="25" name="文本框 1"/>
          <p:cNvSpPr txBox="1"/>
          <p:nvPr/>
        </p:nvSpPr>
        <p:spPr>
          <a:xfrm>
            <a:off x="4983480" y="3139440"/>
            <a:ext cx="1622425" cy="70675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pPr algn="ctr" eaLnBrk="0" hangingPunct="0"/>
            <a:r>
              <a:rPr lang="zh-CN" altLang="en-US" sz="4000">
                <a:latin typeface="汉仪中楷简" panose="02010604000101010101" charset="-122"/>
                <a:ea typeface="汉仪中楷简" panose="02010604000101010101" charset="-122"/>
              </a:rPr>
              <a:t>吃饱 </a:t>
            </a:r>
            <a:endParaRPr lang="zh-CN" altLang="en-US" sz="4000">
              <a:latin typeface="汉仪中楷简" panose="02010604000101010101" charset="-122"/>
              <a:ea typeface="汉仪中楷简" panose="02010604000101010101" charset="-122"/>
            </a:endParaRPr>
          </a:p>
        </p:txBody>
      </p:sp>
      <p:sp>
        <p:nvSpPr>
          <p:cNvPr id="26" name="文本框 1"/>
          <p:cNvSpPr txBox="1"/>
          <p:nvPr/>
        </p:nvSpPr>
        <p:spPr>
          <a:xfrm>
            <a:off x="6520815" y="3150553"/>
            <a:ext cx="1620838" cy="70675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pPr algn="ctr" eaLnBrk="0" hangingPunct="0"/>
            <a:r>
              <a:rPr lang="zh-CN" altLang="en-US" sz="4000">
                <a:latin typeface="汉仪中楷简" panose="02010604000101010101" charset="-122"/>
                <a:ea typeface="汉仪中楷简" panose="02010604000101010101" charset="-122"/>
              </a:rPr>
              <a:t>绿茶  </a:t>
            </a:r>
            <a:endParaRPr lang="zh-CN" altLang="en-US" sz="4000">
              <a:latin typeface="汉仪中楷简" panose="02010604000101010101" charset="-122"/>
              <a:ea typeface="汉仪中楷简" panose="02010604000101010101" charset="-122"/>
            </a:endParaRPr>
          </a:p>
        </p:txBody>
      </p:sp>
      <p:sp>
        <p:nvSpPr>
          <p:cNvPr id="28" name="文本框 1"/>
          <p:cNvSpPr txBox="1"/>
          <p:nvPr/>
        </p:nvSpPr>
        <p:spPr>
          <a:xfrm>
            <a:off x="8082915" y="3150553"/>
            <a:ext cx="1620838" cy="70675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pPr algn="ctr" eaLnBrk="0" hangingPunct="0"/>
            <a:r>
              <a:rPr lang="zh-CN" altLang="en-US" sz="4000">
                <a:latin typeface="汉仪中楷简" panose="02010604000101010101" charset="-122"/>
                <a:ea typeface="汉仪中楷简" panose="02010604000101010101" charset="-122"/>
              </a:rPr>
              <a:t>泡茶 </a:t>
            </a:r>
            <a:endParaRPr lang="zh-CN" altLang="en-US" sz="4000">
              <a:latin typeface="汉仪中楷简" panose="02010604000101010101" charset="-122"/>
              <a:ea typeface="汉仪中楷简" panose="02010604000101010101" charset="-122"/>
            </a:endParaRPr>
          </a:p>
        </p:txBody>
      </p:sp>
      <p:sp>
        <p:nvSpPr>
          <p:cNvPr id="34" name="文本框 33"/>
          <p:cNvSpPr txBox="1"/>
          <p:nvPr/>
        </p:nvSpPr>
        <p:spPr>
          <a:xfrm>
            <a:off x="3370263" y="4710431"/>
            <a:ext cx="871855" cy="922020"/>
          </a:xfrm>
          <a:prstGeom prst="rect">
            <a:avLst/>
          </a:prstGeom>
          <a:noFill/>
        </p:spPr>
        <p:txBody>
          <a:bodyPr wrap="none" rtlCol="0" anchor="b" anchorCtr="0">
            <a:spAutoFit/>
          </a:bodyPr>
          <a:p>
            <a:pPr marR="0" defTabSz="914400" eaLnBrk="0" fontAlgn="auto" hangingPunct="0"/>
            <a:r>
              <a:rPr kumimoji="0" lang="zh-CN" altLang="en-US" sz="5400" b="1" i="0" baseline="0" noProof="1">
                <a:solidFill>
                  <a:schemeClr val="accent5">
                    <a:lumMod val="50000"/>
                  </a:schemeClr>
                </a:solidFill>
                <a:uFillTx/>
                <a:latin typeface="楷体" panose="02010609060101010101" charset="-122"/>
                <a:ea typeface="楷体" panose="02010609060101010101" charset="-122"/>
                <a:cs typeface="+mn-cs"/>
                <a:sym typeface="+mn-ea"/>
              </a:rPr>
              <a:t>轻</a:t>
            </a:r>
            <a:endParaRPr kumimoji="0" lang="zh-CN" altLang="en-US" sz="5400" b="1" i="0" baseline="0" noProof="1">
              <a:solidFill>
                <a:schemeClr val="accent5">
                  <a:lumMod val="50000"/>
                </a:schemeClr>
              </a:solidFill>
              <a:uFillTx/>
              <a:latin typeface="楷体" panose="02010609060101010101" charset="-122"/>
              <a:ea typeface="楷体" panose="02010609060101010101" charset="-122"/>
              <a:cs typeface="+mn-cs"/>
              <a:sym typeface="+mn-ea"/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3031173" y="3930968"/>
            <a:ext cx="1565275" cy="70675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pPr algn="ctr" eaLnBrk="0" hangingPunct="0"/>
            <a:r>
              <a:rPr lang="en-US" altLang="zh-CN" sz="4000" b="1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GB Pinyinok-D" panose="02010601030101010101" charset="-122"/>
                <a:ea typeface="GB Pinyinok-D" panose="02010601030101010101" charset="-122"/>
                <a:sym typeface="+mn-ea"/>
              </a:rPr>
              <a:t>qīnɡ</a:t>
            </a:r>
            <a:endParaRPr lang="en-US" altLang="zh-CN" sz="4000" b="1">
              <a:solidFill>
                <a:srgbClr val="E68200"/>
              </a:solidFill>
              <a:latin typeface="GB Pinyinok-D" panose="02010601030101010101" charset="-122"/>
              <a:ea typeface="GB Pinyinok-D" panose="02010601030101010101" charset="-122"/>
            </a:endParaRPr>
          </a:p>
        </p:txBody>
      </p:sp>
      <p:sp>
        <p:nvSpPr>
          <p:cNvPr id="38" name="文本框 37"/>
          <p:cNvSpPr txBox="1"/>
          <p:nvPr/>
        </p:nvSpPr>
        <p:spPr>
          <a:xfrm>
            <a:off x="5473700" y="4700906"/>
            <a:ext cx="871855" cy="922020"/>
          </a:xfrm>
          <a:prstGeom prst="rect">
            <a:avLst/>
          </a:prstGeom>
          <a:noFill/>
        </p:spPr>
        <p:txBody>
          <a:bodyPr wrap="none" rtlCol="0" anchor="b" anchorCtr="0">
            <a:spAutoFit/>
          </a:bodyPr>
          <a:p>
            <a:pPr marR="0" defTabSz="914400" eaLnBrk="0" fontAlgn="auto" hangingPunct="0"/>
            <a:r>
              <a:rPr kumimoji="0" lang="zh-CN" altLang="en-US" sz="5400" b="1" i="0" baseline="0" noProof="1">
                <a:solidFill>
                  <a:schemeClr val="accent5">
                    <a:lumMod val="50000"/>
                  </a:schemeClr>
                </a:solidFill>
                <a:uFillTx/>
                <a:latin typeface="楷体" panose="02010609060101010101" charset="-122"/>
                <a:ea typeface="楷体" panose="02010609060101010101" charset="-122"/>
                <a:cs typeface="+mn-cs"/>
                <a:sym typeface="+mn-ea"/>
              </a:rPr>
              <a:t>鞭</a:t>
            </a:r>
            <a:endParaRPr kumimoji="0" lang="zh-CN" altLang="en-US" sz="5400" b="1" i="0" baseline="0" noProof="1">
              <a:solidFill>
                <a:schemeClr val="accent5">
                  <a:lumMod val="50000"/>
                </a:schemeClr>
              </a:solidFill>
              <a:uFillTx/>
              <a:latin typeface="楷体" panose="02010609060101010101" charset="-122"/>
              <a:ea typeface="楷体" panose="02010609060101010101" charset="-122"/>
              <a:cs typeface="+mn-cs"/>
              <a:sym typeface="+mn-ea"/>
            </a:endParaRPr>
          </a:p>
        </p:txBody>
      </p:sp>
      <p:sp>
        <p:nvSpPr>
          <p:cNvPr id="39" name="文本框 38"/>
          <p:cNvSpPr txBox="1"/>
          <p:nvPr/>
        </p:nvSpPr>
        <p:spPr>
          <a:xfrm>
            <a:off x="5175885" y="4003993"/>
            <a:ext cx="1566863" cy="70675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pPr algn="ctr" eaLnBrk="0" hangingPunct="0"/>
            <a:r>
              <a:rPr lang="en-US" altLang="zh-CN" sz="4000" b="1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GB Pinyinok-D" panose="02010601030101010101" charset="-122"/>
                <a:ea typeface="GB Pinyinok-D" panose="02010601030101010101" charset="-122"/>
                <a:sym typeface="+mn-ea"/>
              </a:rPr>
              <a:t>biān</a:t>
            </a:r>
            <a:endParaRPr lang="en-US" altLang="zh-CN" sz="4000" b="1">
              <a:solidFill>
                <a:srgbClr val="E68200"/>
              </a:solidFill>
              <a:latin typeface="GB Pinyinok-D" panose="02010601030101010101" charset="-122"/>
              <a:ea typeface="GB Pinyinok-D" panose="02010601030101010101" charset="-122"/>
            </a:endParaRPr>
          </a:p>
        </p:txBody>
      </p:sp>
      <p:sp>
        <p:nvSpPr>
          <p:cNvPr id="42" name="文本框 41"/>
          <p:cNvSpPr txBox="1"/>
          <p:nvPr/>
        </p:nvSpPr>
        <p:spPr>
          <a:xfrm>
            <a:off x="7578725" y="4713606"/>
            <a:ext cx="871855" cy="922020"/>
          </a:xfrm>
          <a:prstGeom prst="rect">
            <a:avLst/>
          </a:prstGeom>
          <a:noFill/>
        </p:spPr>
        <p:txBody>
          <a:bodyPr wrap="none" rtlCol="0" anchor="b" anchorCtr="0">
            <a:spAutoFit/>
          </a:bodyPr>
          <a:p>
            <a:pPr marR="0" defTabSz="914400" eaLnBrk="0" fontAlgn="auto" hangingPunct="0"/>
            <a:r>
              <a:rPr kumimoji="0" lang="zh-CN" altLang="en-US" sz="5400" b="1" i="0" baseline="0" noProof="1">
                <a:solidFill>
                  <a:schemeClr val="accent5">
                    <a:lumMod val="50000"/>
                  </a:schemeClr>
                </a:solidFill>
                <a:uFillTx/>
                <a:latin typeface="楷体" panose="02010609060101010101" charset="-122"/>
                <a:ea typeface="楷体" panose="02010609060101010101" charset="-122"/>
                <a:cs typeface="+mn-cs"/>
                <a:sym typeface="+mn-ea"/>
              </a:rPr>
              <a:t>炮</a:t>
            </a:r>
            <a:endParaRPr kumimoji="0" lang="zh-CN" altLang="en-US" sz="5400" b="1" i="0" baseline="0" noProof="1">
              <a:solidFill>
                <a:schemeClr val="accent5">
                  <a:lumMod val="50000"/>
                </a:schemeClr>
              </a:solidFill>
              <a:uFillTx/>
              <a:latin typeface="楷体" panose="02010609060101010101" charset="-122"/>
              <a:ea typeface="楷体" panose="02010609060101010101" charset="-122"/>
              <a:cs typeface="+mn-cs"/>
              <a:sym typeface="+mn-ea"/>
            </a:endParaRPr>
          </a:p>
        </p:txBody>
      </p:sp>
      <p:sp>
        <p:nvSpPr>
          <p:cNvPr id="43" name="文本框 42"/>
          <p:cNvSpPr txBox="1"/>
          <p:nvPr/>
        </p:nvSpPr>
        <p:spPr>
          <a:xfrm>
            <a:off x="7220903" y="3942080"/>
            <a:ext cx="1565275" cy="70675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pPr algn="ctr" eaLnBrk="0" hangingPunct="0"/>
            <a:r>
              <a:rPr lang="en-US" altLang="zh-CN" sz="4000" b="1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GB Pinyinok-D" panose="02010601030101010101" charset="-122"/>
                <a:ea typeface="GB Pinyinok-D" panose="02010601030101010101" charset="-122"/>
                <a:sym typeface="+mn-ea"/>
              </a:rPr>
              <a:t>pào </a:t>
            </a:r>
            <a:endParaRPr lang="en-US" altLang="zh-CN" sz="4000" b="1">
              <a:solidFill>
                <a:srgbClr val="E68200"/>
              </a:solidFill>
              <a:latin typeface="GB Pinyinok-D" panose="02010601030101010101" charset="-122"/>
              <a:ea typeface="GB Pinyinok-D" panose="02010601030101010101" charset="-122"/>
            </a:endParaRPr>
          </a:p>
        </p:txBody>
      </p:sp>
      <p:sp>
        <p:nvSpPr>
          <p:cNvPr id="44" name="文本框 1"/>
          <p:cNvSpPr txBox="1"/>
          <p:nvPr/>
        </p:nvSpPr>
        <p:spPr>
          <a:xfrm>
            <a:off x="2990850" y="5581650"/>
            <a:ext cx="1622425" cy="70675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pPr algn="ctr" eaLnBrk="0" hangingPunct="0"/>
            <a:r>
              <a:rPr lang="zh-CN" altLang="en-US" sz="4000">
                <a:latin typeface="汉仪中楷简" panose="02010604000101010101" charset="-122"/>
                <a:ea typeface="汉仪中楷简" panose="02010604000101010101" charset="-122"/>
              </a:rPr>
              <a:t>轻松</a:t>
            </a:r>
            <a:endParaRPr lang="zh-CN" altLang="en-US" sz="4000">
              <a:latin typeface="汉仪中楷简" panose="02010604000101010101" charset="-122"/>
              <a:ea typeface="汉仪中楷简" panose="02010604000101010101" charset="-122"/>
            </a:endParaRPr>
          </a:p>
        </p:txBody>
      </p:sp>
      <p:sp>
        <p:nvSpPr>
          <p:cNvPr id="46" name="文本框 1"/>
          <p:cNvSpPr txBox="1"/>
          <p:nvPr/>
        </p:nvSpPr>
        <p:spPr>
          <a:xfrm>
            <a:off x="5194300" y="5581650"/>
            <a:ext cx="1620838" cy="70675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pPr algn="ctr" eaLnBrk="0" hangingPunct="0"/>
            <a:r>
              <a:rPr lang="zh-CN" altLang="en-US" sz="4000">
                <a:latin typeface="汉仪中楷简" panose="02010604000101010101" charset="-122"/>
                <a:ea typeface="汉仪中楷简" panose="02010604000101010101" charset="-122"/>
              </a:rPr>
              <a:t>鞭炮</a:t>
            </a:r>
            <a:endParaRPr lang="zh-CN" altLang="en-US" sz="4000">
              <a:latin typeface="汉仪中楷简" panose="02010604000101010101" charset="-122"/>
              <a:ea typeface="汉仪中楷简" panose="02010604000101010101" charset="-122"/>
            </a:endParaRPr>
          </a:p>
        </p:txBody>
      </p:sp>
      <p:sp>
        <p:nvSpPr>
          <p:cNvPr id="48" name="文本框 1"/>
          <p:cNvSpPr txBox="1"/>
          <p:nvPr/>
        </p:nvSpPr>
        <p:spPr>
          <a:xfrm>
            <a:off x="7231063" y="5592763"/>
            <a:ext cx="1620837" cy="70675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pPr algn="ctr" eaLnBrk="0" hangingPunct="0"/>
            <a:r>
              <a:rPr lang="zh-CN" altLang="en-US" sz="4000">
                <a:latin typeface="汉仪中楷简" panose="02010604000101010101" charset="-122"/>
                <a:ea typeface="汉仪中楷简" panose="02010604000101010101" charset="-122"/>
              </a:rPr>
              <a:t>炮火</a:t>
            </a:r>
            <a:endParaRPr lang="zh-CN" altLang="en-US" sz="4000">
              <a:latin typeface="汉仪中楷简" panose="02010604000101010101" charset="-122"/>
              <a:ea typeface="汉仪中楷简" panose="02010604000101010101" charset="-122"/>
            </a:endParaRPr>
          </a:p>
        </p:txBody>
      </p:sp>
      <p:cxnSp>
        <p:nvCxnSpPr>
          <p:cNvPr id="27" name="直接连接符 26"/>
          <p:cNvCxnSpPr/>
          <p:nvPr/>
        </p:nvCxnSpPr>
        <p:spPr>
          <a:xfrm>
            <a:off x="1884363" y="4687888"/>
            <a:ext cx="8126413" cy="0"/>
          </a:xfrm>
          <a:prstGeom prst="line">
            <a:avLst/>
          </a:prstGeom>
          <a:ln w="28575" cmpd="sng">
            <a:solidFill>
              <a:schemeClr val="accent1">
                <a:shade val="5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连接符 28"/>
          <p:cNvCxnSpPr/>
          <p:nvPr/>
        </p:nvCxnSpPr>
        <p:spPr>
          <a:xfrm>
            <a:off x="1884363" y="5616575"/>
            <a:ext cx="8126413" cy="0"/>
          </a:xfrm>
          <a:prstGeom prst="line">
            <a:avLst/>
          </a:prstGeom>
          <a:ln w="28575" cmpd="sng">
            <a:solidFill>
              <a:schemeClr val="accent1">
                <a:shade val="5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文本框 3"/>
          <p:cNvSpPr txBox="1"/>
          <p:nvPr/>
        </p:nvSpPr>
        <p:spPr>
          <a:xfrm>
            <a:off x="680720" y="513715"/>
            <a:ext cx="2032000" cy="58356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pPr algn="ctr" eaLnBrk="0" fontAlgn="auto" hangingPunct="0"/>
            <a:r>
              <a:rPr lang="zh-CN" altLang="en-US" sz="3200" spc="1600" noProof="1">
                <a:solidFill>
                  <a:srgbClr val="E68200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我会认</a:t>
            </a:r>
            <a:endParaRPr lang="zh-CN" altLang="en-US" sz="3200" spc="1600" noProof="1">
              <a:solidFill>
                <a:srgbClr val="E68200"/>
              </a:solidFill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3816668" y="2211071"/>
            <a:ext cx="871855" cy="922020"/>
          </a:xfrm>
          <a:prstGeom prst="rect">
            <a:avLst/>
          </a:prstGeom>
          <a:noFill/>
        </p:spPr>
        <p:txBody>
          <a:bodyPr wrap="none" rtlCol="0" anchor="b" anchorCtr="0">
            <a:spAutoFit/>
          </a:bodyPr>
          <a:p>
            <a:pPr marR="0" defTabSz="914400" eaLnBrk="0" fontAlgn="auto" hangingPunct="0"/>
            <a:r>
              <a:rPr kumimoji="0" lang="zh-CN" altLang="en-US" sz="5400" b="1" i="0" baseline="0" noProof="1">
                <a:solidFill>
                  <a:schemeClr val="accent5">
                    <a:lumMod val="50000"/>
                  </a:schemeClr>
                </a:solidFill>
                <a:uFillTx/>
                <a:latin typeface="楷体" panose="02010609060101010101" charset="-122"/>
                <a:ea typeface="楷体" panose="02010609060101010101" charset="-122"/>
                <a:cs typeface="+mn-cs"/>
                <a:sym typeface="+mn-ea"/>
              </a:rPr>
              <a:t>能</a:t>
            </a:r>
            <a:endParaRPr kumimoji="0" lang="zh-CN" altLang="en-US" sz="5400" b="1" i="0" baseline="0" noProof="1">
              <a:solidFill>
                <a:schemeClr val="accent5">
                  <a:lumMod val="50000"/>
                </a:schemeClr>
              </a:solidFill>
              <a:uFillTx/>
              <a:latin typeface="楷体" panose="02010609060101010101" charset="-122"/>
              <a:ea typeface="楷体" panose="02010609060101010101" charset="-122"/>
              <a:cs typeface="+mn-cs"/>
              <a:sym typeface="+mn-ea"/>
            </a:endParaRPr>
          </a:p>
        </p:txBody>
      </p:sp>
      <p:sp>
        <p:nvSpPr>
          <p:cNvPr id="33" name="文本框 32"/>
          <p:cNvSpPr txBox="1"/>
          <p:nvPr/>
        </p:nvSpPr>
        <p:spPr>
          <a:xfrm>
            <a:off x="3459798" y="1527810"/>
            <a:ext cx="1565275" cy="70675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pPr algn="ctr" eaLnBrk="0" hangingPunct="0"/>
            <a:r>
              <a:rPr lang="en-US" altLang="zh-CN" sz="4000" b="1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GB Pinyinok-D" panose="02010601030101010101" charset="-122"/>
                <a:ea typeface="GB Pinyinok-D" panose="02010601030101010101" charset="-122"/>
                <a:sym typeface="+mn-ea"/>
              </a:rPr>
              <a:t>nénɡ</a:t>
            </a:r>
            <a:endParaRPr lang="en-US" altLang="zh-CN" sz="4000" b="1">
              <a:solidFill>
                <a:srgbClr val="E68200"/>
              </a:solidFill>
              <a:latin typeface="GB Pinyinok-D" panose="02010601030101010101" charset="-122"/>
              <a:ea typeface="GB Pinyinok-D" panose="02010601030101010101" charset="-122"/>
            </a:endParaRPr>
          </a:p>
        </p:txBody>
      </p:sp>
      <p:sp>
        <p:nvSpPr>
          <p:cNvPr id="36" name="文本框 1"/>
          <p:cNvSpPr txBox="1"/>
          <p:nvPr/>
        </p:nvSpPr>
        <p:spPr>
          <a:xfrm>
            <a:off x="3469005" y="3150553"/>
            <a:ext cx="1622425" cy="70675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pPr algn="ctr" eaLnBrk="0" hangingPunct="0"/>
            <a:r>
              <a:rPr lang="zh-CN" altLang="en-US" sz="4000">
                <a:latin typeface="汉仪中楷简" panose="02010604000101010101" charset="-122"/>
                <a:ea typeface="汉仪中楷简" panose="02010604000101010101" charset="-122"/>
              </a:rPr>
              <a:t>能力  </a:t>
            </a:r>
            <a:endParaRPr lang="zh-CN" altLang="en-US" sz="4000">
              <a:latin typeface="汉仪中楷简" panose="02010604000101010101" charset="-122"/>
              <a:ea typeface="汉仪中楷简" panose="02010604000101010101" charset="-122"/>
            </a:endParaRPr>
          </a:p>
        </p:txBody>
      </p:sp>
    </p:spTree>
    <p:custDataLst>
      <p:tags r:id="rId2"/>
    </p:custDataLst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500" tmFilter="0,0; .5, 1; 1, 1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 tmFilter="0,0; .5, 1; 1, 1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 tmFilter="0,0; .5, 1; 1, 1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4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500" tmFilter="0,0; .5, 1; 1, 1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4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3" dur="500" tmFilter="0,0; .5, 1; 1, 1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4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500" tmFilter="0,0; .5, 1; 1, 1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4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9" dur="500" tmFilter="0,0; .5, 1; 1, 1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4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8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2" dur="500" tmFilter="0,0; .5, 1; 1, 1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" grpId="0"/>
      <p:bldP spid="12290" grpId="0"/>
      <p:bldP spid="20" grpId="0"/>
      <p:bldP spid="22" grpId="0"/>
      <p:bldP spid="24" grpId="0"/>
      <p:bldP spid="25" grpId="0"/>
      <p:bldP spid="26" grpId="0"/>
      <p:bldP spid="28" grpId="0"/>
      <p:bldP spid="35" grpId="0"/>
      <p:bldP spid="39" grpId="0"/>
      <p:bldP spid="43" grpId="0"/>
      <p:bldP spid="44" grpId="0"/>
      <p:bldP spid="46" grpId="0"/>
      <p:bldP spid="48" grpId="0"/>
      <p:bldP spid="33" grpId="0"/>
      <p:bldP spid="3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5844" name="图片 1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71450" y="-450850"/>
            <a:ext cx="2873375" cy="1646555"/>
          </a:xfrm>
          <a:prstGeom prst="rect">
            <a:avLst/>
          </a:prstGeom>
          <a:noFill/>
          <a:ln w="9525">
            <a:noFill/>
          </a:ln>
        </p:spPr>
      </p:pic>
      <p:grpSp>
        <p:nvGrpSpPr>
          <p:cNvPr id="41986" name="组合 2"/>
          <p:cNvGrpSpPr/>
          <p:nvPr/>
        </p:nvGrpSpPr>
        <p:grpSpPr>
          <a:xfrm>
            <a:off x="3232785" y="2761298"/>
            <a:ext cx="1000125" cy="981075"/>
            <a:chOff x="3424" y="5491"/>
            <a:chExt cx="1574" cy="1546"/>
          </a:xfrm>
        </p:grpSpPr>
        <p:pic>
          <p:nvPicPr>
            <p:cNvPr id="41987" name="图片 33" descr="橙子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424" y="5491"/>
              <a:ext cx="1574" cy="1546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41988" name="文本框 16"/>
            <p:cNvSpPr txBox="1"/>
            <p:nvPr/>
          </p:nvSpPr>
          <p:spPr>
            <a:xfrm>
              <a:off x="3553" y="5617"/>
              <a:ext cx="1243" cy="140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>
              <a:spAutoFit/>
            </a:bodyPr>
            <a:p>
              <a:pPr algn="ctr"/>
              <a:r>
                <a:rPr lang="zh-CN" altLang="en-US" sz="5200" b="1">
                  <a:latin typeface="楷体" panose="02010609060101010101" charset="-122"/>
                  <a:ea typeface="楷体" panose="02010609060101010101" charset="-122"/>
                </a:rPr>
                <a:t>咬</a:t>
              </a:r>
              <a:endParaRPr lang="zh-CN" altLang="en-US" sz="5200" b="1">
                <a:latin typeface="楷体" panose="02010609060101010101" charset="-122"/>
                <a:ea typeface="楷体" panose="02010609060101010101" charset="-122"/>
              </a:endParaRPr>
            </a:p>
          </p:txBody>
        </p:sp>
      </p:grpSp>
      <p:grpSp>
        <p:nvGrpSpPr>
          <p:cNvPr id="41989" name="组合 9"/>
          <p:cNvGrpSpPr/>
          <p:nvPr/>
        </p:nvGrpSpPr>
        <p:grpSpPr>
          <a:xfrm>
            <a:off x="1086803" y="2761298"/>
            <a:ext cx="1000125" cy="981075"/>
            <a:chOff x="3424" y="5491"/>
            <a:chExt cx="1574" cy="1546"/>
          </a:xfrm>
        </p:grpSpPr>
        <p:pic>
          <p:nvPicPr>
            <p:cNvPr id="41990" name="图片 33" descr="橙子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424" y="5491"/>
              <a:ext cx="1574" cy="1546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41991" name="文本框 16"/>
            <p:cNvSpPr txBox="1"/>
            <p:nvPr/>
          </p:nvSpPr>
          <p:spPr>
            <a:xfrm>
              <a:off x="3553" y="5617"/>
              <a:ext cx="1243" cy="140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>
              <a:spAutoFit/>
            </a:bodyPr>
            <a:p>
              <a:pPr algn="ctr"/>
              <a:r>
                <a:rPr lang="zh-CN" altLang="en-US" sz="5200" b="1">
                  <a:latin typeface="楷体" panose="02010609060101010101" charset="-122"/>
                  <a:ea typeface="楷体" panose="02010609060101010101" charset="-122"/>
                </a:rPr>
                <a:t>叫</a:t>
              </a:r>
              <a:endParaRPr lang="zh-CN" altLang="en-US" sz="5200" b="1">
                <a:latin typeface="楷体" panose="02010609060101010101" charset="-122"/>
                <a:ea typeface="楷体" panose="02010609060101010101" charset="-122"/>
              </a:endParaRPr>
            </a:p>
          </p:txBody>
        </p:sp>
      </p:grpSp>
      <p:grpSp>
        <p:nvGrpSpPr>
          <p:cNvPr id="41992" name="组合 36"/>
          <p:cNvGrpSpPr/>
          <p:nvPr/>
        </p:nvGrpSpPr>
        <p:grpSpPr>
          <a:xfrm>
            <a:off x="2155508" y="3835083"/>
            <a:ext cx="1000125" cy="981075"/>
            <a:chOff x="3424" y="5491"/>
            <a:chExt cx="1574" cy="1546"/>
          </a:xfrm>
        </p:grpSpPr>
        <p:pic>
          <p:nvPicPr>
            <p:cNvPr id="41993" name="图片 33" descr="橙子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424" y="5491"/>
              <a:ext cx="1574" cy="1546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41994" name="文本框 16"/>
            <p:cNvSpPr txBox="1"/>
            <p:nvPr/>
          </p:nvSpPr>
          <p:spPr>
            <a:xfrm>
              <a:off x="3553" y="5617"/>
              <a:ext cx="1243" cy="140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>
              <a:spAutoFit/>
            </a:bodyPr>
            <a:p>
              <a:pPr algn="ctr"/>
              <a:r>
                <a:rPr lang="zh-CN" altLang="en-US" sz="5200" b="1">
                  <a:latin typeface="楷体" panose="02010609060101010101" charset="-122"/>
                  <a:ea typeface="楷体" panose="02010609060101010101" charset="-122"/>
                </a:rPr>
                <a:t>吹</a:t>
              </a:r>
              <a:endParaRPr lang="zh-CN" altLang="en-US" sz="5200" b="1">
                <a:latin typeface="楷体" panose="02010609060101010101" charset="-122"/>
                <a:ea typeface="楷体" panose="02010609060101010101" charset="-122"/>
              </a:endParaRPr>
            </a:p>
          </p:txBody>
        </p:sp>
      </p:grpSp>
      <p:grpSp>
        <p:nvGrpSpPr>
          <p:cNvPr id="41995" name="组合 58"/>
          <p:cNvGrpSpPr/>
          <p:nvPr/>
        </p:nvGrpSpPr>
        <p:grpSpPr>
          <a:xfrm>
            <a:off x="2155508" y="1721803"/>
            <a:ext cx="1000125" cy="981075"/>
            <a:chOff x="3424" y="5491"/>
            <a:chExt cx="1574" cy="1546"/>
          </a:xfrm>
        </p:grpSpPr>
        <p:pic>
          <p:nvPicPr>
            <p:cNvPr id="41996" name="图片 33" descr="橙子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424" y="5491"/>
              <a:ext cx="1574" cy="1546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41997" name="文本框 16"/>
            <p:cNvSpPr txBox="1"/>
            <p:nvPr/>
          </p:nvSpPr>
          <p:spPr>
            <a:xfrm>
              <a:off x="3553" y="5617"/>
              <a:ext cx="1243" cy="140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>
              <a:spAutoFit/>
            </a:bodyPr>
            <a:p>
              <a:pPr algn="ctr"/>
              <a:r>
                <a:rPr lang="zh-CN" altLang="en-US" sz="5200" b="1">
                  <a:latin typeface="楷体" panose="02010609060101010101" charset="-122"/>
                  <a:ea typeface="楷体" panose="02010609060101010101" charset="-122"/>
                </a:rPr>
                <a:t>吃</a:t>
              </a:r>
              <a:endParaRPr lang="zh-CN" altLang="en-US" sz="5200" b="1">
                <a:latin typeface="楷体" panose="02010609060101010101" charset="-122"/>
                <a:ea typeface="楷体" panose="02010609060101010101" charset="-122"/>
              </a:endParaRPr>
            </a:p>
          </p:txBody>
        </p:sp>
      </p:grpSp>
      <p:sp>
        <p:nvSpPr>
          <p:cNvPr id="67" name="椭圆 66"/>
          <p:cNvSpPr/>
          <p:nvPr/>
        </p:nvSpPr>
        <p:spPr>
          <a:xfrm>
            <a:off x="2095183" y="2707323"/>
            <a:ext cx="1147763" cy="1147763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 fontAlgn="base"/>
            <a:endParaRPr lang="zh-CN" altLang="en-US" strike="noStrike" noProof="1"/>
          </a:p>
        </p:txBody>
      </p:sp>
      <p:sp>
        <p:nvSpPr>
          <p:cNvPr id="41999" name="文本框 67"/>
          <p:cNvSpPr txBox="1"/>
          <p:nvPr/>
        </p:nvSpPr>
        <p:spPr>
          <a:xfrm>
            <a:off x="2176145" y="2808923"/>
            <a:ext cx="741363" cy="1014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r>
              <a:rPr lang="zh-CN" altLang="en-US" sz="6000" b="1">
                <a:solidFill>
                  <a:srgbClr val="E68200"/>
                </a:solidFill>
                <a:latin typeface="楷体" panose="02010609060101010101" charset="-122"/>
                <a:ea typeface="楷体" panose="02010609060101010101" charset="-122"/>
              </a:rPr>
              <a:t>口</a:t>
            </a:r>
            <a:endParaRPr lang="zh-CN" altLang="en-US" sz="6000" b="1">
              <a:solidFill>
                <a:srgbClr val="E68200"/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3" name="文本框 3"/>
          <p:cNvSpPr txBox="1"/>
          <p:nvPr/>
        </p:nvSpPr>
        <p:spPr>
          <a:xfrm>
            <a:off x="518434" y="513990"/>
            <a:ext cx="2184854" cy="58356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pPr algn="ctr" eaLnBrk="0" fontAlgn="auto" hangingPunct="0"/>
            <a:r>
              <a:rPr lang="zh-CN" altLang="en-US" sz="3200" spc="200" noProof="1">
                <a:solidFill>
                  <a:srgbClr val="E68200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rPr>
              <a:t>我的发现</a:t>
            </a:r>
            <a:endParaRPr lang="zh-CN" altLang="en-US" sz="3200" spc="200" noProof="1">
              <a:solidFill>
                <a:srgbClr val="E68200"/>
              </a:solidFill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grpSp>
        <p:nvGrpSpPr>
          <p:cNvPr id="9" name="组合 2"/>
          <p:cNvGrpSpPr/>
          <p:nvPr/>
        </p:nvGrpSpPr>
        <p:grpSpPr>
          <a:xfrm>
            <a:off x="10121265" y="3188018"/>
            <a:ext cx="1000125" cy="981075"/>
            <a:chOff x="3424" y="5491"/>
            <a:chExt cx="1574" cy="1546"/>
          </a:xfrm>
        </p:grpSpPr>
        <p:pic>
          <p:nvPicPr>
            <p:cNvPr id="11" name="图片 33" descr="橙子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424" y="5491"/>
              <a:ext cx="1574" cy="1546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2" name="文本框 16"/>
            <p:cNvSpPr txBox="1"/>
            <p:nvPr/>
          </p:nvSpPr>
          <p:spPr>
            <a:xfrm>
              <a:off x="3553" y="5617"/>
              <a:ext cx="1243" cy="140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>
              <a:spAutoFit/>
            </a:bodyPr>
            <a:p>
              <a:pPr algn="ctr"/>
              <a:r>
                <a:rPr lang="zh-CN" altLang="en-US" sz="5200" b="1">
                  <a:latin typeface="楷体" panose="02010609060101010101" charset="-122"/>
                  <a:ea typeface="楷体" panose="02010609060101010101" charset="-122"/>
                </a:rPr>
                <a:t>踩</a:t>
              </a:r>
              <a:endParaRPr lang="zh-CN" altLang="en-US" sz="5200" b="1">
                <a:latin typeface="楷体" panose="02010609060101010101" charset="-122"/>
                <a:ea typeface="楷体" panose="02010609060101010101" charset="-122"/>
              </a:endParaRPr>
            </a:p>
          </p:txBody>
        </p:sp>
      </p:grpSp>
      <p:grpSp>
        <p:nvGrpSpPr>
          <p:cNvPr id="15" name="组合 9"/>
          <p:cNvGrpSpPr/>
          <p:nvPr/>
        </p:nvGrpSpPr>
        <p:grpSpPr>
          <a:xfrm>
            <a:off x="7975283" y="3188018"/>
            <a:ext cx="1000125" cy="981075"/>
            <a:chOff x="3424" y="5491"/>
            <a:chExt cx="1574" cy="1546"/>
          </a:xfrm>
        </p:grpSpPr>
        <p:pic>
          <p:nvPicPr>
            <p:cNvPr id="16" name="图片 33" descr="橙子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424" y="5491"/>
              <a:ext cx="1574" cy="1546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23" name="文本框 16"/>
            <p:cNvSpPr txBox="1"/>
            <p:nvPr/>
          </p:nvSpPr>
          <p:spPr>
            <a:xfrm>
              <a:off x="3553" y="5617"/>
              <a:ext cx="1243" cy="140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>
              <a:spAutoFit/>
            </a:bodyPr>
            <a:p>
              <a:pPr algn="ctr"/>
              <a:r>
                <a:rPr lang="zh-CN" altLang="en-US" sz="5200" b="1">
                  <a:latin typeface="楷体" panose="02010609060101010101" charset="-122"/>
                  <a:ea typeface="楷体" panose="02010609060101010101" charset="-122"/>
                </a:rPr>
                <a:t>跳</a:t>
              </a:r>
              <a:endParaRPr lang="zh-CN" altLang="en-US" sz="5200" b="1">
                <a:latin typeface="楷体" panose="02010609060101010101" charset="-122"/>
                <a:ea typeface="楷体" panose="02010609060101010101" charset="-122"/>
              </a:endParaRPr>
            </a:p>
          </p:txBody>
        </p:sp>
      </p:grpSp>
      <p:grpSp>
        <p:nvGrpSpPr>
          <p:cNvPr id="24" name="组合 36"/>
          <p:cNvGrpSpPr/>
          <p:nvPr/>
        </p:nvGrpSpPr>
        <p:grpSpPr>
          <a:xfrm>
            <a:off x="9043988" y="4261803"/>
            <a:ext cx="1000125" cy="981075"/>
            <a:chOff x="3424" y="5491"/>
            <a:chExt cx="1574" cy="1546"/>
          </a:xfrm>
        </p:grpSpPr>
        <p:pic>
          <p:nvPicPr>
            <p:cNvPr id="25" name="图片 33" descr="橙子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424" y="5491"/>
              <a:ext cx="1574" cy="1546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26" name="文本框 16"/>
            <p:cNvSpPr txBox="1"/>
            <p:nvPr/>
          </p:nvSpPr>
          <p:spPr>
            <a:xfrm>
              <a:off x="3553" y="5617"/>
              <a:ext cx="1243" cy="140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>
              <a:spAutoFit/>
            </a:bodyPr>
            <a:p>
              <a:pPr algn="ctr"/>
              <a:r>
                <a:rPr lang="zh-CN" altLang="en-US" sz="5200" b="1">
                  <a:latin typeface="楷体" panose="02010609060101010101" charset="-122"/>
                  <a:ea typeface="楷体" panose="02010609060101010101" charset="-122"/>
                </a:rPr>
                <a:t>踢</a:t>
              </a:r>
              <a:endParaRPr lang="zh-CN" altLang="en-US" sz="5200" b="1">
                <a:latin typeface="楷体" panose="02010609060101010101" charset="-122"/>
                <a:ea typeface="楷体" panose="02010609060101010101" charset="-122"/>
              </a:endParaRPr>
            </a:p>
          </p:txBody>
        </p:sp>
      </p:grpSp>
      <p:grpSp>
        <p:nvGrpSpPr>
          <p:cNvPr id="27" name="组合 58"/>
          <p:cNvGrpSpPr/>
          <p:nvPr/>
        </p:nvGrpSpPr>
        <p:grpSpPr>
          <a:xfrm>
            <a:off x="9043988" y="2148523"/>
            <a:ext cx="1000125" cy="981075"/>
            <a:chOff x="3424" y="5491"/>
            <a:chExt cx="1574" cy="1546"/>
          </a:xfrm>
        </p:grpSpPr>
        <p:pic>
          <p:nvPicPr>
            <p:cNvPr id="28" name="图片 33" descr="橙子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424" y="5491"/>
              <a:ext cx="1574" cy="1546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29" name="文本框 16"/>
            <p:cNvSpPr txBox="1"/>
            <p:nvPr/>
          </p:nvSpPr>
          <p:spPr>
            <a:xfrm>
              <a:off x="3553" y="5617"/>
              <a:ext cx="1243" cy="140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>
              <a:spAutoFit/>
            </a:bodyPr>
            <a:p>
              <a:pPr algn="ctr"/>
              <a:r>
                <a:rPr lang="zh-CN" altLang="en-US" sz="5200" b="1">
                  <a:latin typeface="楷体" panose="02010609060101010101" charset="-122"/>
                  <a:ea typeface="楷体" panose="02010609060101010101" charset="-122"/>
                </a:rPr>
                <a:t>跑</a:t>
              </a:r>
              <a:endParaRPr lang="zh-CN" altLang="en-US" sz="5200" b="1">
                <a:latin typeface="楷体" panose="02010609060101010101" charset="-122"/>
                <a:ea typeface="楷体" panose="02010609060101010101" charset="-122"/>
              </a:endParaRPr>
            </a:p>
          </p:txBody>
        </p:sp>
      </p:grpSp>
      <p:sp>
        <p:nvSpPr>
          <p:cNvPr id="30" name="椭圆 29"/>
          <p:cNvSpPr/>
          <p:nvPr/>
        </p:nvSpPr>
        <p:spPr>
          <a:xfrm>
            <a:off x="8983663" y="3134043"/>
            <a:ext cx="1147763" cy="1147763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 fontAlgn="base"/>
            <a:endParaRPr lang="zh-CN" altLang="en-US" strike="noStrike" noProof="1"/>
          </a:p>
        </p:txBody>
      </p:sp>
      <p:grpSp>
        <p:nvGrpSpPr>
          <p:cNvPr id="32" name="组合 2"/>
          <p:cNvGrpSpPr/>
          <p:nvPr/>
        </p:nvGrpSpPr>
        <p:grpSpPr>
          <a:xfrm>
            <a:off x="6469380" y="4130993"/>
            <a:ext cx="1000125" cy="981075"/>
            <a:chOff x="3424" y="5491"/>
            <a:chExt cx="1574" cy="1546"/>
          </a:xfrm>
        </p:grpSpPr>
        <p:pic>
          <p:nvPicPr>
            <p:cNvPr id="33" name="图片 33" descr="橙子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424" y="5491"/>
              <a:ext cx="1574" cy="1546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34" name="文本框 16"/>
            <p:cNvSpPr txBox="1"/>
            <p:nvPr/>
          </p:nvSpPr>
          <p:spPr>
            <a:xfrm>
              <a:off x="3553" y="5617"/>
              <a:ext cx="1243" cy="140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>
              <a:spAutoFit/>
            </a:bodyPr>
            <a:p>
              <a:pPr algn="ctr"/>
              <a:r>
                <a:rPr lang="zh-CN" altLang="en-US" sz="5200" b="1">
                  <a:latin typeface="楷体" panose="02010609060101010101" charset="-122"/>
                  <a:ea typeface="楷体" panose="02010609060101010101" charset="-122"/>
                </a:rPr>
                <a:t>拍</a:t>
              </a:r>
              <a:endParaRPr lang="zh-CN" altLang="en-US" sz="5200" b="1">
                <a:latin typeface="楷体" panose="02010609060101010101" charset="-122"/>
                <a:ea typeface="楷体" panose="02010609060101010101" charset="-122"/>
              </a:endParaRPr>
            </a:p>
          </p:txBody>
        </p:sp>
      </p:grpSp>
      <p:grpSp>
        <p:nvGrpSpPr>
          <p:cNvPr id="35" name="组合 9"/>
          <p:cNvGrpSpPr/>
          <p:nvPr/>
        </p:nvGrpSpPr>
        <p:grpSpPr>
          <a:xfrm>
            <a:off x="4333558" y="4130993"/>
            <a:ext cx="1000125" cy="981075"/>
            <a:chOff x="3424" y="5491"/>
            <a:chExt cx="1574" cy="1546"/>
          </a:xfrm>
        </p:grpSpPr>
        <p:pic>
          <p:nvPicPr>
            <p:cNvPr id="36" name="图片 33" descr="橙子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424" y="5491"/>
              <a:ext cx="1574" cy="1546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37" name="文本框 16"/>
            <p:cNvSpPr txBox="1"/>
            <p:nvPr/>
          </p:nvSpPr>
          <p:spPr>
            <a:xfrm>
              <a:off x="3553" y="5617"/>
              <a:ext cx="1243" cy="140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>
              <a:spAutoFit/>
            </a:bodyPr>
            <a:p>
              <a:pPr algn="ctr"/>
              <a:r>
                <a:rPr lang="zh-CN" altLang="en-US" sz="5200" b="1">
                  <a:latin typeface="楷体" panose="02010609060101010101" charset="-122"/>
                  <a:ea typeface="楷体" panose="02010609060101010101" charset="-122"/>
                </a:rPr>
                <a:t>拔</a:t>
              </a:r>
              <a:endParaRPr lang="zh-CN" altLang="en-US" sz="5200" b="1">
                <a:latin typeface="楷体" panose="02010609060101010101" charset="-122"/>
                <a:ea typeface="楷体" panose="02010609060101010101" charset="-122"/>
              </a:endParaRPr>
            </a:p>
          </p:txBody>
        </p:sp>
      </p:grpSp>
      <p:grpSp>
        <p:nvGrpSpPr>
          <p:cNvPr id="38" name="组合 36"/>
          <p:cNvGrpSpPr/>
          <p:nvPr/>
        </p:nvGrpSpPr>
        <p:grpSpPr>
          <a:xfrm>
            <a:off x="5402263" y="5204778"/>
            <a:ext cx="1000125" cy="981075"/>
            <a:chOff x="3424" y="5491"/>
            <a:chExt cx="1574" cy="1546"/>
          </a:xfrm>
        </p:grpSpPr>
        <p:pic>
          <p:nvPicPr>
            <p:cNvPr id="39" name="图片 33" descr="橙子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424" y="5491"/>
              <a:ext cx="1574" cy="1546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40" name="文本框 16"/>
            <p:cNvSpPr txBox="1"/>
            <p:nvPr/>
          </p:nvSpPr>
          <p:spPr>
            <a:xfrm>
              <a:off x="3553" y="5617"/>
              <a:ext cx="1243" cy="140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>
              <a:spAutoFit/>
            </a:bodyPr>
            <a:p>
              <a:pPr algn="ctr"/>
              <a:r>
                <a:rPr lang="zh-CN" altLang="en-US" sz="5200" b="1">
                  <a:latin typeface="楷体" panose="02010609060101010101" charset="-122"/>
                  <a:ea typeface="楷体" panose="02010609060101010101" charset="-122"/>
                </a:rPr>
                <a:t>捉</a:t>
              </a:r>
              <a:endParaRPr lang="zh-CN" altLang="en-US" sz="5200" b="1">
                <a:latin typeface="楷体" panose="02010609060101010101" charset="-122"/>
                <a:ea typeface="楷体" panose="02010609060101010101" charset="-122"/>
              </a:endParaRPr>
            </a:p>
          </p:txBody>
        </p:sp>
      </p:grpSp>
      <p:grpSp>
        <p:nvGrpSpPr>
          <p:cNvPr id="41" name="组合 58"/>
          <p:cNvGrpSpPr/>
          <p:nvPr/>
        </p:nvGrpSpPr>
        <p:grpSpPr>
          <a:xfrm>
            <a:off x="5402263" y="3091498"/>
            <a:ext cx="1000125" cy="981075"/>
            <a:chOff x="3424" y="5491"/>
            <a:chExt cx="1574" cy="1546"/>
          </a:xfrm>
        </p:grpSpPr>
        <p:pic>
          <p:nvPicPr>
            <p:cNvPr id="42" name="图片 33" descr="橙子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424" y="5491"/>
              <a:ext cx="1574" cy="1546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43" name="文本框 16"/>
            <p:cNvSpPr txBox="1"/>
            <p:nvPr/>
          </p:nvSpPr>
          <p:spPr>
            <a:xfrm>
              <a:off x="3553" y="5617"/>
              <a:ext cx="1243" cy="140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>
              <a:spAutoFit/>
            </a:bodyPr>
            <a:p>
              <a:pPr algn="ctr"/>
              <a:r>
                <a:rPr lang="zh-CN" altLang="en-US" sz="5200" b="1">
                  <a:latin typeface="楷体" panose="02010609060101010101" charset="-122"/>
                  <a:ea typeface="楷体" panose="02010609060101010101" charset="-122"/>
                </a:rPr>
                <a:t>提</a:t>
              </a:r>
              <a:endParaRPr lang="zh-CN" altLang="en-US" sz="5200" b="1">
                <a:latin typeface="楷体" panose="02010609060101010101" charset="-122"/>
                <a:ea typeface="楷体" panose="02010609060101010101" charset="-122"/>
              </a:endParaRPr>
            </a:p>
          </p:txBody>
        </p:sp>
      </p:grpSp>
      <p:sp>
        <p:nvSpPr>
          <p:cNvPr id="44" name="椭圆 43"/>
          <p:cNvSpPr/>
          <p:nvPr/>
        </p:nvSpPr>
        <p:spPr>
          <a:xfrm>
            <a:off x="5341938" y="4077018"/>
            <a:ext cx="1147763" cy="1147763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 fontAlgn="base"/>
            <a:endParaRPr lang="zh-CN" altLang="en-US" strike="noStrike" noProof="1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67825" y="3173095"/>
            <a:ext cx="853440" cy="1036320"/>
          </a:xfrm>
          <a:prstGeom prst="rect">
            <a:avLst/>
          </a:prstGeom>
        </p:spPr>
      </p:pic>
      <p:sp>
        <p:nvSpPr>
          <p:cNvPr id="45" name="文本框 67"/>
          <p:cNvSpPr txBox="1"/>
          <p:nvPr/>
        </p:nvSpPr>
        <p:spPr>
          <a:xfrm>
            <a:off x="5504180" y="4209098"/>
            <a:ext cx="741363" cy="92202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r>
              <a:rPr lang="zh-CN" altLang="en-US" sz="5400" b="1" dirty="0">
                <a:solidFill>
                  <a:srgbClr val="E68200"/>
                </a:solidFill>
                <a:latin typeface="Times New Roman" panose="02020603050405020304" charset="0"/>
                <a:ea typeface="楷体_GB2312" panose="02010609030101010101" charset="-122"/>
                <a:sym typeface="+mn-ea"/>
              </a:rPr>
              <a:t>扌</a:t>
            </a:r>
            <a:endParaRPr lang="zh-CN" altLang="en-US" sz="5400" b="1" dirty="0">
              <a:solidFill>
                <a:srgbClr val="E68200"/>
              </a:solidFill>
              <a:latin typeface="Times New Roman" panose="02020603050405020304" charset="0"/>
              <a:ea typeface="楷体_GB2312" panose="02010609030101010101" charset="-122"/>
              <a:sym typeface="+mn-ea"/>
            </a:endParaRPr>
          </a:p>
        </p:txBody>
      </p:sp>
      <p:sp>
        <p:nvSpPr>
          <p:cNvPr id="15361" name="文本框 68"/>
          <p:cNvSpPr txBox="1"/>
          <p:nvPr/>
        </p:nvSpPr>
        <p:spPr>
          <a:xfrm>
            <a:off x="3513455" y="1330960"/>
            <a:ext cx="6278880" cy="645160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p>
            <a:r>
              <a:rPr lang="zh-CN" altLang="en-US" sz="3600" spc="400" noProof="1">
                <a:solidFill>
                  <a:srgbClr val="E68200"/>
                </a:solidFill>
                <a:latin typeface="黑体" panose="02010609060101010101" charset="-122"/>
                <a:ea typeface="黑体" panose="02010609060101010101" charset="-122"/>
                <a:cs typeface="+mn-cs"/>
                <a:sym typeface="宋体" panose="02010600030101010101" pitchFamily="2" charset="-122"/>
              </a:rPr>
              <a:t>读一读，并说说你的发现。</a:t>
            </a:r>
            <a:endParaRPr lang="zh-CN" altLang="en-US" sz="3600" spc="400" noProof="1">
              <a:solidFill>
                <a:srgbClr val="E68200"/>
              </a:solidFill>
              <a:latin typeface="黑体" panose="02010609060101010101" charset="-122"/>
              <a:ea typeface="黑体" panose="02010609060101010101" charset="-122"/>
              <a:sym typeface="宋体" panose="02010600030101010101" pitchFamily="2" charset="-122"/>
            </a:endParaRPr>
          </a:p>
        </p:txBody>
      </p:sp>
    </p:spTree>
    <p:custDataLst>
      <p:tags r:id="rId4"/>
    </p:custDataLst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圆角矩形 2"/>
          <p:cNvSpPr/>
          <p:nvPr/>
        </p:nvSpPr>
        <p:spPr>
          <a:xfrm>
            <a:off x="5459095" y="1637030"/>
            <a:ext cx="6164580" cy="121920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rgbClr val="FF3535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 fontAlgn="base"/>
            <a:endParaRPr lang="zh-CN" altLang="en-US" sz="6000" strike="noStrike" noProof="1">
              <a:solidFill>
                <a:srgbClr val="8C0000"/>
              </a:solidFill>
              <a:latin typeface="汉仪中楷简" panose="02010604000101010101" charset="-122"/>
              <a:ea typeface="汉仪中楷简" panose="02010604000101010101" charset="-122"/>
              <a:sym typeface="+mn-ea"/>
            </a:endParaRPr>
          </a:p>
        </p:txBody>
      </p:sp>
      <p:sp>
        <p:nvSpPr>
          <p:cNvPr id="6" name="椭圆 5"/>
          <p:cNvSpPr/>
          <p:nvPr/>
        </p:nvSpPr>
        <p:spPr>
          <a:xfrm>
            <a:off x="5100955" y="2069148"/>
            <a:ext cx="776288" cy="706438"/>
          </a:xfrm>
          <a:prstGeom prst="ellipse">
            <a:avLst/>
          </a:prstGeom>
          <a:solidFill>
            <a:srgbClr val="FF6767"/>
          </a:solidFill>
          <a:ln>
            <a:solidFill>
              <a:srgbClr val="E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 fontAlgn="base"/>
            <a:r>
              <a:rPr lang="zh-CN" altLang="en-US" sz="6000" strike="noStrike" noProof="1">
                <a:latin typeface="汉仪中楷简" panose="02010604000101010101" charset="-122"/>
                <a:ea typeface="汉仪中楷简" panose="02010604000101010101" charset="-122"/>
              </a:rPr>
              <a:t>口</a:t>
            </a:r>
            <a:endParaRPr lang="zh-CN" altLang="en-US" sz="6000" strike="noStrike" noProof="1">
              <a:latin typeface="汉仪中楷简" panose="02010604000101010101" charset="-122"/>
              <a:ea typeface="汉仪中楷简" panose="02010604000101010101" charset="-122"/>
            </a:endParaRPr>
          </a:p>
        </p:txBody>
      </p:sp>
      <p:sp>
        <p:nvSpPr>
          <p:cNvPr id="9" name="圆角矩形 8"/>
          <p:cNvSpPr/>
          <p:nvPr/>
        </p:nvSpPr>
        <p:spPr>
          <a:xfrm>
            <a:off x="5438775" y="3230245"/>
            <a:ext cx="6184900" cy="1220400"/>
          </a:xfrm>
          <a:prstGeom prst="roundRect">
            <a:avLst/>
          </a:prstGeom>
          <a:solidFill>
            <a:schemeClr val="accent1">
              <a:lumMod val="20000"/>
              <a:lumOff val="80000"/>
              <a:alpha val="7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 fontAlgn="base"/>
            <a:endParaRPr lang="zh-CN" altLang="en-US" sz="5000" strike="noStrike" noProof="1">
              <a:solidFill>
                <a:srgbClr val="002060"/>
              </a:solidFill>
              <a:latin typeface="汉仪中楷简" panose="02010604000101010101" charset="-122"/>
              <a:ea typeface="汉仪中楷简" panose="02010604000101010101" charset="-122"/>
              <a:sym typeface="+mn-ea"/>
            </a:endParaRPr>
          </a:p>
        </p:txBody>
      </p:sp>
      <p:sp>
        <p:nvSpPr>
          <p:cNvPr id="10" name="椭圆 9"/>
          <p:cNvSpPr/>
          <p:nvPr/>
        </p:nvSpPr>
        <p:spPr>
          <a:xfrm>
            <a:off x="5048250" y="3685540"/>
            <a:ext cx="777875" cy="701675"/>
          </a:xfrm>
          <a:prstGeom prst="ellipse">
            <a:avLst/>
          </a:prstGeom>
          <a:solidFill>
            <a:srgbClr val="84B6E0"/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 fontAlgn="base"/>
            <a:r>
              <a:rPr lang="zh-CN" altLang="en-US" sz="5400" b="1" dirty="0">
                <a:solidFill>
                  <a:schemeClr val="bg1"/>
                </a:solidFill>
                <a:latin typeface="Times New Roman" panose="02020603050405020304" charset="0"/>
                <a:ea typeface="楷体_GB2312" panose="02010609030101010101" charset="-122"/>
                <a:sym typeface="+mn-ea"/>
              </a:rPr>
              <a:t>扌</a:t>
            </a:r>
            <a:endParaRPr lang="zh-CN" altLang="en-US" sz="5400" b="1" strike="noStrike" noProof="1" dirty="0">
              <a:solidFill>
                <a:schemeClr val="bg1"/>
              </a:solidFill>
              <a:latin typeface="Times New Roman" panose="02020603050405020304" charset="0"/>
              <a:ea typeface="楷体_GB2312" panose="02010609030101010101" charset="-122"/>
              <a:sym typeface="+mn-ea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6093778" y="1749425"/>
            <a:ext cx="944880" cy="1014730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p>
            <a:r>
              <a:rPr lang="zh-CN" altLang="en-US" sz="6000">
                <a:solidFill>
                  <a:srgbClr val="8C0000"/>
                </a:solidFill>
                <a:latin typeface="汉仪中楷简" panose="02010604000101010101" charset="-122"/>
                <a:ea typeface="汉仪中楷简" panose="02010604000101010101" charset="-122"/>
                <a:sym typeface="宋体" panose="02010600030101010101" pitchFamily="2" charset="-122"/>
              </a:rPr>
              <a:t>吃</a:t>
            </a:r>
            <a:endParaRPr lang="zh-CN" altLang="en-US" sz="6000">
              <a:solidFill>
                <a:srgbClr val="8C0000"/>
              </a:solidFill>
              <a:latin typeface="汉仪中楷简" panose="02010604000101010101" charset="-122"/>
              <a:ea typeface="汉仪中楷简" panose="02010604000101010101" charset="-122"/>
              <a:sym typeface="宋体" panose="02010600030101010101" pitchFamily="2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7179628" y="1749425"/>
            <a:ext cx="944880" cy="1014730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p>
            <a:r>
              <a:rPr lang="zh-CN" altLang="en-US" sz="6000">
                <a:solidFill>
                  <a:srgbClr val="8C0000"/>
                </a:solidFill>
                <a:latin typeface="汉仪中楷简" panose="02010604000101010101" charset="-122"/>
                <a:ea typeface="汉仪中楷简" panose="02010604000101010101" charset="-122"/>
                <a:sym typeface="宋体" panose="02010600030101010101" pitchFamily="2" charset="-122"/>
              </a:rPr>
              <a:t>叫</a:t>
            </a:r>
            <a:endParaRPr lang="zh-CN" altLang="en-US" sz="6000">
              <a:solidFill>
                <a:srgbClr val="8C0000"/>
              </a:solidFill>
              <a:latin typeface="汉仪中楷简" panose="02010604000101010101" charset="-122"/>
              <a:ea typeface="汉仪中楷简" panose="02010604000101010101" charset="-122"/>
              <a:sym typeface="宋体" panose="02010600030101010101" pitchFamily="2" charset="-122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8263890" y="1749425"/>
            <a:ext cx="944880" cy="1014730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p>
            <a:r>
              <a:rPr lang="zh-CN" altLang="en-US" sz="6000">
                <a:solidFill>
                  <a:srgbClr val="8C0000"/>
                </a:solidFill>
                <a:latin typeface="汉仪中楷简" panose="02010604000101010101" charset="-122"/>
                <a:ea typeface="汉仪中楷简" panose="02010604000101010101" charset="-122"/>
                <a:sym typeface="宋体" panose="02010600030101010101" pitchFamily="2" charset="-122"/>
              </a:rPr>
              <a:t>吹</a:t>
            </a:r>
            <a:endParaRPr lang="zh-CN" altLang="en-US" sz="6000">
              <a:solidFill>
                <a:srgbClr val="8C0000"/>
              </a:solidFill>
              <a:latin typeface="汉仪中楷简" panose="02010604000101010101" charset="-122"/>
              <a:ea typeface="汉仪中楷简" panose="02010604000101010101" charset="-122"/>
              <a:sym typeface="宋体" panose="02010600030101010101" pitchFamily="2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9349740" y="1749425"/>
            <a:ext cx="944880" cy="1014730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p>
            <a:r>
              <a:rPr lang="zh-CN" altLang="en-US" sz="6000">
                <a:solidFill>
                  <a:srgbClr val="8C0000"/>
                </a:solidFill>
                <a:latin typeface="汉仪中楷简" panose="02010604000101010101" charset="-122"/>
                <a:ea typeface="汉仪中楷简" panose="02010604000101010101" charset="-122"/>
                <a:sym typeface="宋体" panose="02010600030101010101" pitchFamily="2" charset="-122"/>
              </a:rPr>
              <a:t>咬 </a:t>
            </a:r>
            <a:endParaRPr lang="zh-CN" altLang="en-US" sz="6000">
              <a:solidFill>
                <a:srgbClr val="8C0000"/>
              </a:solidFill>
              <a:latin typeface="汉仪中楷简" panose="02010604000101010101" charset="-122"/>
              <a:ea typeface="汉仪中楷简" panose="02010604000101010101" charset="-122"/>
              <a:sym typeface="宋体" panose="02010600030101010101" pitchFamily="2" charset="-122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10434003" y="1749425"/>
            <a:ext cx="944880" cy="1014730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p>
            <a:r>
              <a:rPr lang="zh-CN" altLang="en-US" sz="6000">
                <a:solidFill>
                  <a:srgbClr val="8C0000"/>
                </a:solidFill>
                <a:latin typeface="汉仪中楷简" panose="02010604000101010101" charset="-122"/>
                <a:ea typeface="汉仪中楷简" panose="02010604000101010101" charset="-122"/>
                <a:sym typeface="宋体" panose="02010600030101010101" pitchFamily="2" charset="-122"/>
              </a:rPr>
              <a:t>喊</a:t>
            </a:r>
            <a:endParaRPr lang="zh-CN" altLang="en-US" sz="6000">
              <a:solidFill>
                <a:srgbClr val="8C0000"/>
              </a:solidFill>
              <a:latin typeface="汉仪中楷简" panose="02010604000101010101" charset="-122"/>
              <a:ea typeface="汉仪中楷简" panose="02010604000101010101" charset="-122"/>
              <a:sym typeface="宋体" panose="02010600030101010101" pitchFamily="2" charset="-122"/>
            </a:endParaRPr>
          </a:p>
        </p:txBody>
      </p:sp>
      <p:sp>
        <p:nvSpPr>
          <p:cNvPr id="33" name="文本框 32"/>
          <p:cNvSpPr txBox="1"/>
          <p:nvPr/>
        </p:nvSpPr>
        <p:spPr>
          <a:xfrm>
            <a:off x="6184900" y="3382328"/>
            <a:ext cx="944880" cy="1014730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p>
            <a:r>
              <a:rPr lang="zh-CN" altLang="en-US" sz="6000">
                <a:solidFill>
                  <a:srgbClr val="002060"/>
                </a:solidFill>
                <a:latin typeface="汉仪中楷简" panose="02010604000101010101" charset="-122"/>
                <a:ea typeface="汉仪中楷简" panose="02010604000101010101" charset="-122"/>
                <a:sym typeface="宋体" panose="02010600030101010101" pitchFamily="2" charset="-122"/>
              </a:rPr>
              <a:t>提</a:t>
            </a:r>
            <a:endParaRPr lang="zh-CN" altLang="en-US" sz="6000">
              <a:solidFill>
                <a:srgbClr val="002060"/>
              </a:solidFill>
              <a:latin typeface="汉仪中楷简" panose="02010604000101010101" charset="-122"/>
              <a:ea typeface="汉仪中楷简" panose="02010604000101010101" charset="-122"/>
              <a:sym typeface="宋体" panose="02010600030101010101" pitchFamily="2" charset="-122"/>
            </a:endParaRPr>
          </a:p>
        </p:txBody>
      </p:sp>
      <p:sp>
        <p:nvSpPr>
          <p:cNvPr id="38" name="文本框 37"/>
          <p:cNvSpPr txBox="1"/>
          <p:nvPr/>
        </p:nvSpPr>
        <p:spPr>
          <a:xfrm>
            <a:off x="7278688" y="3382328"/>
            <a:ext cx="944880" cy="1014730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p>
            <a:r>
              <a:rPr lang="zh-CN" altLang="en-US" sz="6000">
                <a:solidFill>
                  <a:srgbClr val="002060"/>
                </a:solidFill>
                <a:latin typeface="汉仪中楷简" panose="02010604000101010101" charset="-122"/>
                <a:ea typeface="汉仪中楷简" panose="02010604000101010101" charset="-122"/>
                <a:sym typeface="宋体" panose="02010600030101010101" pitchFamily="2" charset="-122"/>
              </a:rPr>
              <a:t>拔</a:t>
            </a:r>
            <a:endParaRPr lang="zh-CN" altLang="en-US" sz="6000">
              <a:solidFill>
                <a:srgbClr val="002060"/>
              </a:solidFill>
              <a:latin typeface="汉仪中楷简" panose="02010604000101010101" charset="-122"/>
              <a:ea typeface="汉仪中楷简" panose="02010604000101010101" charset="-122"/>
              <a:sym typeface="宋体" panose="02010600030101010101" pitchFamily="2" charset="-122"/>
            </a:endParaRPr>
          </a:p>
        </p:txBody>
      </p:sp>
      <p:sp>
        <p:nvSpPr>
          <p:cNvPr id="39" name="文本框 38"/>
          <p:cNvSpPr txBox="1"/>
          <p:nvPr/>
        </p:nvSpPr>
        <p:spPr>
          <a:xfrm>
            <a:off x="8370888" y="3382328"/>
            <a:ext cx="944880" cy="1014730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p>
            <a:r>
              <a:rPr lang="zh-CN" altLang="en-US" sz="6000">
                <a:solidFill>
                  <a:srgbClr val="002060"/>
                </a:solidFill>
                <a:latin typeface="汉仪中楷简" panose="02010604000101010101" charset="-122"/>
                <a:ea typeface="汉仪中楷简" panose="02010604000101010101" charset="-122"/>
                <a:sym typeface="宋体" panose="02010600030101010101" pitchFamily="2" charset="-122"/>
              </a:rPr>
              <a:t>捉</a:t>
            </a:r>
            <a:endParaRPr lang="zh-CN" altLang="en-US" sz="6000">
              <a:solidFill>
                <a:srgbClr val="002060"/>
              </a:solidFill>
              <a:latin typeface="汉仪中楷简" panose="02010604000101010101" charset="-122"/>
              <a:ea typeface="汉仪中楷简" panose="02010604000101010101" charset="-122"/>
              <a:sym typeface="宋体" panose="02010600030101010101" pitchFamily="2" charset="-122"/>
            </a:endParaRPr>
          </a:p>
        </p:txBody>
      </p:sp>
      <p:sp>
        <p:nvSpPr>
          <p:cNvPr id="40" name="文本框 39"/>
          <p:cNvSpPr txBox="1"/>
          <p:nvPr/>
        </p:nvSpPr>
        <p:spPr>
          <a:xfrm>
            <a:off x="9463088" y="3382328"/>
            <a:ext cx="944880" cy="1014730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p>
            <a:r>
              <a:rPr lang="zh-CN" altLang="en-US" sz="6000">
                <a:solidFill>
                  <a:srgbClr val="002060"/>
                </a:solidFill>
                <a:latin typeface="汉仪中楷简" panose="02010604000101010101" charset="-122"/>
                <a:ea typeface="汉仪中楷简" panose="02010604000101010101" charset="-122"/>
                <a:sym typeface="宋体" panose="02010600030101010101" pitchFamily="2" charset="-122"/>
              </a:rPr>
              <a:t>拍</a:t>
            </a:r>
            <a:endParaRPr lang="zh-CN" altLang="en-US" sz="6000">
              <a:solidFill>
                <a:srgbClr val="002060"/>
              </a:solidFill>
              <a:latin typeface="汉仪中楷简" panose="02010604000101010101" charset="-122"/>
              <a:ea typeface="汉仪中楷简" panose="02010604000101010101" charset="-122"/>
              <a:sym typeface="宋体" panose="02010600030101010101" pitchFamily="2" charset="-122"/>
            </a:endParaRPr>
          </a:p>
        </p:txBody>
      </p:sp>
      <p:sp>
        <p:nvSpPr>
          <p:cNvPr id="41" name="文本框 40"/>
          <p:cNvSpPr txBox="1"/>
          <p:nvPr/>
        </p:nvSpPr>
        <p:spPr>
          <a:xfrm>
            <a:off x="10556875" y="3372803"/>
            <a:ext cx="944880" cy="1014730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p>
            <a:r>
              <a:rPr lang="zh-CN" altLang="en-US" sz="6000">
                <a:solidFill>
                  <a:srgbClr val="002060"/>
                </a:solidFill>
                <a:latin typeface="汉仪中楷简" panose="02010604000101010101" charset="-122"/>
                <a:ea typeface="汉仪中楷简" panose="02010604000101010101" charset="-122"/>
                <a:sym typeface="宋体" panose="02010600030101010101" pitchFamily="2" charset="-122"/>
              </a:rPr>
              <a:t>打</a:t>
            </a:r>
            <a:endParaRPr lang="zh-CN" altLang="en-US" sz="6000">
              <a:solidFill>
                <a:srgbClr val="002060"/>
              </a:solidFill>
              <a:latin typeface="汉仪中楷简" panose="02010604000101010101" charset="-122"/>
              <a:ea typeface="汉仪中楷简" panose="02010604000101010101" charset="-122"/>
              <a:sym typeface="宋体" panose="02010600030101010101" pitchFamily="2" charset="-122"/>
            </a:endParaRPr>
          </a:p>
        </p:txBody>
      </p:sp>
      <p:sp>
        <p:nvSpPr>
          <p:cNvPr id="2" name="圆角矩形 1"/>
          <p:cNvSpPr/>
          <p:nvPr/>
        </p:nvSpPr>
        <p:spPr>
          <a:xfrm>
            <a:off x="5438775" y="4751705"/>
            <a:ext cx="6184900" cy="1220400"/>
          </a:xfrm>
          <a:prstGeom prst="roundRect">
            <a:avLst/>
          </a:prstGeom>
          <a:solidFill>
            <a:srgbClr val="E8F0C2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 fontAlgn="base"/>
            <a:endParaRPr lang="zh-CN" altLang="en-US" sz="5000" strike="noStrike" noProof="1">
              <a:solidFill>
                <a:srgbClr val="002060"/>
              </a:solidFill>
              <a:latin typeface="汉仪中楷简" panose="02010604000101010101" charset="-122"/>
              <a:ea typeface="汉仪中楷简" panose="02010604000101010101" charset="-122"/>
              <a:sym typeface="+mn-ea"/>
            </a:endParaRPr>
          </a:p>
        </p:txBody>
      </p:sp>
      <p:sp>
        <p:nvSpPr>
          <p:cNvPr id="4" name="椭圆 3"/>
          <p:cNvSpPr/>
          <p:nvPr/>
        </p:nvSpPr>
        <p:spPr>
          <a:xfrm>
            <a:off x="5068570" y="5207000"/>
            <a:ext cx="777875" cy="701675"/>
          </a:xfrm>
          <a:prstGeom prst="ellipse">
            <a:avLst/>
          </a:prstGeom>
          <a:solidFill>
            <a:schemeClr val="accent6">
              <a:lumMod val="75000"/>
              <a:alpha val="7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 fontAlgn="base"/>
            <a:endParaRPr lang="zh-CN" altLang="en-US" sz="4800" b="1" strike="noStrike" noProof="1" dirty="0">
              <a:solidFill>
                <a:srgbClr val="C55A11"/>
              </a:solidFill>
              <a:latin typeface="+mj-ea"/>
              <a:ea typeface="+mj-ea"/>
              <a:sym typeface="+mn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6195060" y="4903788"/>
            <a:ext cx="944880" cy="1014730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p>
            <a:r>
              <a:rPr lang="zh-CN" altLang="en-US" sz="6000">
                <a:solidFill>
                  <a:schemeClr val="accent6">
                    <a:lumMod val="50000"/>
                  </a:schemeClr>
                </a:solidFill>
                <a:latin typeface="汉仪中楷简" panose="02010604000101010101" charset="-122"/>
                <a:ea typeface="汉仪中楷简" panose="02010604000101010101" charset="-122"/>
                <a:sym typeface="宋体" panose="02010600030101010101" pitchFamily="2" charset="-122"/>
              </a:rPr>
              <a:t>跑</a:t>
            </a:r>
            <a:endParaRPr lang="zh-CN" altLang="en-US" sz="6000">
              <a:solidFill>
                <a:schemeClr val="accent6">
                  <a:lumMod val="50000"/>
                </a:schemeClr>
              </a:solidFill>
              <a:latin typeface="汉仪中楷简" panose="02010604000101010101" charset="-122"/>
              <a:ea typeface="汉仪中楷简" panose="02010604000101010101" charset="-122"/>
              <a:sym typeface="宋体" panose="02010600030101010101" pitchFamily="2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7288848" y="4903788"/>
            <a:ext cx="944880" cy="1014730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p>
            <a:r>
              <a:rPr lang="zh-CN" altLang="en-US" sz="6000">
                <a:solidFill>
                  <a:schemeClr val="accent6">
                    <a:lumMod val="50000"/>
                  </a:schemeClr>
                </a:solidFill>
                <a:latin typeface="汉仪中楷简" panose="02010604000101010101" charset="-122"/>
                <a:ea typeface="汉仪中楷简" panose="02010604000101010101" charset="-122"/>
                <a:sym typeface="宋体" panose="02010600030101010101" pitchFamily="2" charset="-122"/>
              </a:rPr>
              <a:t>跳</a:t>
            </a:r>
            <a:endParaRPr lang="zh-CN" altLang="en-US" sz="6000">
              <a:solidFill>
                <a:schemeClr val="accent6">
                  <a:lumMod val="50000"/>
                </a:schemeClr>
              </a:solidFill>
              <a:latin typeface="汉仪中楷简" panose="02010604000101010101" charset="-122"/>
              <a:ea typeface="汉仪中楷简" panose="02010604000101010101" charset="-122"/>
              <a:sym typeface="宋体" panose="02010600030101010101" pitchFamily="2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8370888" y="4903788"/>
            <a:ext cx="944880" cy="1014730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p>
            <a:r>
              <a:rPr lang="zh-CN" altLang="en-US" sz="6000">
                <a:solidFill>
                  <a:schemeClr val="accent6">
                    <a:lumMod val="50000"/>
                  </a:schemeClr>
                </a:solidFill>
                <a:latin typeface="汉仪中楷简" panose="02010604000101010101" charset="-122"/>
                <a:ea typeface="汉仪中楷简" panose="02010604000101010101" charset="-122"/>
                <a:sym typeface="宋体" panose="02010600030101010101" pitchFamily="2" charset="-122"/>
              </a:rPr>
              <a:t>踢</a:t>
            </a:r>
            <a:endParaRPr lang="zh-CN" altLang="en-US" sz="6000">
              <a:solidFill>
                <a:schemeClr val="accent6">
                  <a:lumMod val="50000"/>
                </a:schemeClr>
              </a:solidFill>
              <a:latin typeface="汉仪中楷简" panose="02010604000101010101" charset="-122"/>
              <a:ea typeface="汉仪中楷简" panose="02010604000101010101" charset="-122"/>
              <a:sym typeface="宋体" panose="02010600030101010101" pitchFamily="2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9463088" y="4903788"/>
            <a:ext cx="944880" cy="1014730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p>
            <a:r>
              <a:rPr lang="zh-CN" altLang="en-US" sz="6000">
                <a:solidFill>
                  <a:schemeClr val="accent6">
                    <a:lumMod val="50000"/>
                  </a:schemeClr>
                </a:solidFill>
                <a:latin typeface="汉仪中楷简" panose="02010604000101010101" charset="-122"/>
                <a:ea typeface="汉仪中楷简" panose="02010604000101010101" charset="-122"/>
                <a:sym typeface="宋体" panose="02010600030101010101" pitchFamily="2" charset="-122"/>
              </a:rPr>
              <a:t>踩</a:t>
            </a:r>
            <a:endParaRPr lang="zh-CN" altLang="en-US" sz="6000">
              <a:solidFill>
                <a:schemeClr val="accent6">
                  <a:lumMod val="50000"/>
                </a:schemeClr>
              </a:solidFill>
              <a:latin typeface="汉仪中楷简" panose="02010604000101010101" charset="-122"/>
              <a:ea typeface="汉仪中楷简" panose="02010604000101010101" charset="-122"/>
              <a:sym typeface="宋体" panose="02010600030101010101" pitchFamily="2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10556875" y="4894263"/>
            <a:ext cx="944880" cy="1014730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p>
            <a:r>
              <a:rPr lang="zh-CN" altLang="en-US" sz="6000">
                <a:solidFill>
                  <a:schemeClr val="accent6">
                    <a:lumMod val="50000"/>
                  </a:schemeClr>
                </a:solidFill>
                <a:latin typeface="汉仪中楷简" panose="02010604000101010101" charset="-122"/>
                <a:ea typeface="汉仪中楷简" panose="02010604000101010101" charset="-122"/>
                <a:sym typeface="宋体" panose="02010600030101010101" pitchFamily="2" charset="-122"/>
              </a:rPr>
              <a:t>跃</a:t>
            </a:r>
            <a:endParaRPr lang="zh-CN" altLang="en-US" sz="6000">
              <a:solidFill>
                <a:schemeClr val="accent6">
                  <a:lumMod val="50000"/>
                </a:schemeClr>
              </a:solidFill>
              <a:latin typeface="汉仪中楷简" panose="02010604000101010101" charset="-122"/>
              <a:ea typeface="汉仪中楷简" panose="02010604000101010101" charset="-122"/>
              <a:sym typeface="宋体" panose="02010600030101010101" pitchFamily="2" charset="-122"/>
            </a:endParaRPr>
          </a:p>
        </p:txBody>
      </p:sp>
      <p:sp>
        <p:nvSpPr>
          <p:cNvPr id="15" name="TextBox 4"/>
          <p:cNvSpPr txBox="1"/>
          <p:nvPr/>
        </p:nvSpPr>
        <p:spPr>
          <a:xfrm>
            <a:off x="554355" y="1965325"/>
            <a:ext cx="4280535" cy="6324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p>
            <a:pPr marL="0" marR="0" lvl="0" indent="0" algn="l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黑体" panose="02010609060101010101" charset="-122"/>
                <a:ea typeface="黑体" panose="02010609060101010101" charset="-122"/>
                <a:cs typeface="+mn-cs"/>
              </a:rPr>
              <a:t>口字旁，与</a:t>
            </a: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黑体" panose="02010609060101010101" charset="-122"/>
                <a:ea typeface="黑体" panose="02010609060101010101" charset="-122"/>
                <a:cs typeface="+mn-cs"/>
              </a:rPr>
              <a:t>“</a:t>
            </a: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黑体" panose="02010609060101010101" charset="-122"/>
                <a:ea typeface="黑体" panose="02010609060101010101" charset="-122"/>
                <a:cs typeface="+mn-cs"/>
              </a:rPr>
              <a:t>嘴</a:t>
            </a: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黑体" panose="02010609060101010101" charset="-122"/>
                <a:ea typeface="黑体" panose="02010609060101010101" charset="-122"/>
                <a:cs typeface="+mn-cs"/>
              </a:rPr>
              <a:t>”</a:t>
            </a: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黑体" panose="02010609060101010101" charset="-122"/>
                <a:ea typeface="黑体" panose="02010609060101010101" charset="-122"/>
                <a:cs typeface="+mn-cs"/>
              </a:rPr>
              <a:t>有关。</a:t>
            </a: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黑体" panose="02010609060101010101" charset="-122"/>
              <a:ea typeface="黑体" panose="02010609060101010101" charset="-122"/>
              <a:cs typeface="+mn-cs"/>
            </a:endParaRPr>
          </a:p>
        </p:txBody>
      </p:sp>
      <p:sp>
        <p:nvSpPr>
          <p:cNvPr id="16" name="TextBox 11"/>
          <p:cNvSpPr txBox="1"/>
          <p:nvPr/>
        </p:nvSpPr>
        <p:spPr>
          <a:xfrm>
            <a:off x="554355" y="3514725"/>
            <a:ext cx="4393565" cy="6324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p>
            <a:pPr marL="0" marR="0" lvl="0" indent="0" algn="l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黑体" panose="02010609060101010101" charset="-122"/>
                <a:ea typeface="黑体" panose="02010609060101010101" charset="-122"/>
                <a:cs typeface="+mn-cs"/>
              </a:rPr>
              <a:t>提手旁，与</a:t>
            </a: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黑体" panose="02010609060101010101" charset="-122"/>
                <a:ea typeface="黑体" panose="02010609060101010101" charset="-122"/>
                <a:cs typeface="+mn-cs"/>
              </a:rPr>
              <a:t>“</a:t>
            </a: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黑体" panose="02010609060101010101" charset="-122"/>
                <a:ea typeface="黑体" panose="02010609060101010101" charset="-122"/>
                <a:cs typeface="+mn-cs"/>
              </a:rPr>
              <a:t>手</a:t>
            </a: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黑体" panose="02010609060101010101" charset="-122"/>
                <a:ea typeface="黑体" panose="02010609060101010101" charset="-122"/>
                <a:cs typeface="+mn-cs"/>
              </a:rPr>
              <a:t>”</a:t>
            </a: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黑体" panose="02010609060101010101" charset="-122"/>
                <a:ea typeface="黑体" panose="02010609060101010101" charset="-122"/>
                <a:cs typeface="+mn-cs"/>
              </a:rPr>
              <a:t>有关。</a:t>
            </a: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黑体" panose="02010609060101010101" charset="-122"/>
              <a:ea typeface="黑体" panose="02010609060101010101" charset="-122"/>
              <a:cs typeface="+mn-cs"/>
            </a:endParaRPr>
          </a:p>
        </p:txBody>
      </p:sp>
      <p:sp>
        <p:nvSpPr>
          <p:cNvPr id="20" name="TextBox 14"/>
          <p:cNvSpPr txBox="1"/>
          <p:nvPr/>
        </p:nvSpPr>
        <p:spPr>
          <a:xfrm>
            <a:off x="536575" y="5044440"/>
            <a:ext cx="4755515" cy="6324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p>
            <a:pPr marL="0" marR="0" lvl="0" indent="0" algn="l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uLnTx/>
                <a:uFillTx/>
                <a:latin typeface="黑体" panose="02010609060101010101" charset="-122"/>
                <a:ea typeface="黑体" panose="02010609060101010101" charset="-122"/>
                <a:cs typeface="+mn-cs"/>
              </a:rPr>
              <a:t>足字旁，与</a:t>
            </a: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uLnTx/>
                <a:uFillTx/>
                <a:latin typeface="黑体" panose="02010609060101010101" charset="-122"/>
                <a:ea typeface="黑体" panose="02010609060101010101" charset="-122"/>
                <a:cs typeface="+mn-cs"/>
              </a:rPr>
              <a:t>“</a:t>
            </a: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uLnTx/>
                <a:uFillTx/>
                <a:latin typeface="黑体" panose="02010609060101010101" charset="-122"/>
                <a:ea typeface="黑体" panose="02010609060101010101" charset="-122"/>
                <a:cs typeface="+mn-cs"/>
              </a:rPr>
              <a:t>脚</a:t>
            </a: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uLnTx/>
                <a:uFillTx/>
                <a:latin typeface="黑体" panose="02010609060101010101" charset="-122"/>
                <a:ea typeface="黑体" panose="02010609060101010101" charset="-122"/>
                <a:cs typeface="+mn-cs"/>
              </a:rPr>
              <a:t>”</a:t>
            </a: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uLnTx/>
                <a:uFillTx/>
                <a:latin typeface="黑体" panose="02010609060101010101" charset="-122"/>
                <a:ea typeface="黑体" panose="02010609060101010101" charset="-122"/>
                <a:cs typeface="+mn-cs"/>
              </a:rPr>
              <a:t>有关。</a:t>
            </a: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schemeClr val="accent6">
                  <a:lumMod val="75000"/>
                </a:schemeClr>
              </a:solidFill>
              <a:effectLst/>
              <a:uLnTx/>
              <a:uFillTx/>
              <a:latin typeface="黑体" panose="02010609060101010101" charset="-122"/>
              <a:ea typeface="黑体" panose="02010609060101010101" charset="-122"/>
              <a:cs typeface="+mn-cs"/>
            </a:endParaRPr>
          </a:p>
        </p:txBody>
      </p:sp>
      <p:pic>
        <p:nvPicPr>
          <p:cNvPr id="18" name="图片 1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20005" y="5088890"/>
            <a:ext cx="777240" cy="93726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500"/>
                            </p:stCondLst>
                            <p:childTnLst>
                              <p:par>
                                <p:cTn id="79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1000"/>
                            </p:stCondLst>
                            <p:childTnLst>
                              <p:par>
                                <p:cTn id="84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1500"/>
                            </p:stCondLst>
                            <p:childTnLst>
                              <p:par>
                                <p:cTn id="89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7" grpId="0"/>
      <p:bldP spid="19" grpId="0"/>
      <p:bldP spid="21" grpId="0"/>
      <p:bldP spid="23" grpId="0"/>
      <p:bldP spid="33" grpId="0"/>
      <p:bldP spid="38" grpId="0"/>
      <p:bldP spid="39" grpId="0"/>
      <p:bldP spid="40" grpId="0"/>
      <p:bldP spid="41" grpId="0"/>
      <p:bldP spid="5" grpId="0"/>
      <p:bldP spid="7" grpId="0"/>
      <p:bldP spid="8" grpId="0"/>
      <p:bldP spid="11" grpId="0"/>
      <p:bldP spid="12" grpId="0"/>
      <p:bldP spid="15" grpId="0" bldLvl="0" animBg="1"/>
      <p:bldP spid="16" grpId="0" bldLvl="0" animBg="1"/>
      <p:bldP spid="20" grpId="0" bldLvl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56321" name="组合 5"/>
          <p:cNvGrpSpPr/>
          <p:nvPr/>
        </p:nvGrpSpPr>
        <p:grpSpPr>
          <a:xfrm>
            <a:off x="153035" y="-451485"/>
            <a:ext cx="3339465" cy="1576070"/>
            <a:chOff x="102" y="-177"/>
            <a:chExt cx="5275" cy="3177"/>
          </a:xfrm>
        </p:grpSpPr>
        <p:pic>
          <p:nvPicPr>
            <p:cNvPr id="56322" name="图片 1"/>
            <p:cNvPicPr>
              <a:picLocks noChangeAspect="1"/>
            </p:cNvPicPr>
            <p:nvPr/>
          </p:nvPicPr>
          <p:blipFill>
            <a:blip r:embed="rId1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102" y="-177"/>
              <a:ext cx="5275" cy="3177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5125" name="文本框 3"/>
            <p:cNvSpPr txBox="1"/>
            <p:nvPr/>
          </p:nvSpPr>
          <p:spPr>
            <a:xfrm>
              <a:off x="479" y="1659"/>
              <a:ext cx="4452" cy="117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>
              <a:spAutoFit/>
            </a:bodyPr>
            <a:p>
              <a:pPr algn="ctr" eaLnBrk="0" fontAlgn="auto" hangingPunct="0"/>
              <a:r>
                <a:rPr lang="zh-CN" altLang="en-US" sz="3200" spc="200" noProof="1">
                  <a:solidFill>
                    <a:srgbClr val="4251B4"/>
                  </a:solidFill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rPr>
                <a:t>字词句运用</a:t>
              </a:r>
              <a:endParaRPr lang="zh-CN" altLang="en-US" sz="3200" spc="200" noProof="1">
                <a:solidFill>
                  <a:srgbClr val="4251B4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</p:grpSp>
      <p:grpSp>
        <p:nvGrpSpPr>
          <p:cNvPr id="45058" name="组合 26"/>
          <p:cNvGrpSpPr/>
          <p:nvPr/>
        </p:nvGrpSpPr>
        <p:grpSpPr>
          <a:xfrm>
            <a:off x="3026093" y="2256155"/>
            <a:ext cx="1223962" cy="1241425"/>
            <a:chOff x="5635" y="1710"/>
            <a:chExt cx="2193" cy="2222"/>
          </a:xfrm>
        </p:grpSpPr>
        <p:sp>
          <p:nvSpPr>
            <p:cNvPr id="37" name="椭圆 36"/>
            <p:cNvSpPr/>
            <p:nvPr/>
          </p:nvSpPr>
          <p:spPr>
            <a:xfrm>
              <a:off x="6340" y="1710"/>
              <a:ext cx="774" cy="775"/>
            </a:xfrm>
            <a:prstGeom prst="ellipse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 fontAlgn="base"/>
              <a:endParaRPr lang="zh-CN" altLang="en-US" sz="6000" strike="noStrike" noProof="1">
                <a:solidFill>
                  <a:schemeClr val="tx1"/>
                </a:solidFill>
                <a:latin typeface="汉仪中楷简" panose="02010604000101010101" charset="-122"/>
                <a:ea typeface="汉仪中楷简" panose="02010604000101010101" charset="-122"/>
              </a:endParaRPr>
            </a:p>
          </p:txBody>
        </p:sp>
        <p:sp>
          <p:nvSpPr>
            <p:cNvPr id="38" name="椭圆 37"/>
            <p:cNvSpPr/>
            <p:nvPr/>
          </p:nvSpPr>
          <p:spPr>
            <a:xfrm>
              <a:off x="7019" y="2099"/>
              <a:ext cx="774" cy="775"/>
            </a:xfrm>
            <a:prstGeom prst="ellipse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 fontAlgn="base"/>
              <a:endParaRPr lang="zh-CN" altLang="en-US" sz="6000" strike="noStrike" noProof="1">
                <a:solidFill>
                  <a:schemeClr val="tx1"/>
                </a:solidFill>
                <a:latin typeface="汉仪中楷简" panose="02010604000101010101" charset="-122"/>
                <a:ea typeface="汉仪中楷简" panose="02010604000101010101" charset="-122"/>
              </a:endParaRPr>
            </a:p>
          </p:txBody>
        </p:sp>
        <p:sp>
          <p:nvSpPr>
            <p:cNvPr id="39" name="椭圆 38"/>
            <p:cNvSpPr/>
            <p:nvPr/>
          </p:nvSpPr>
          <p:spPr>
            <a:xfrm>
              <a:off x="7054" y="2870"/>
              <a:ext cx="774" cy="775"/>
            </a:xfrm>
            <a:prstGeom prst="ellipse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 fontAlgn="base"/>
              <a:endParaRPr lang="zh-CN" altLang="en-US" sz="6000" strike="noStrike" noProof="1">
                <a:solidFill>
                  <a:schemeClr val="tx1"/>
                </a:solidFill>
                <a:latin typeface="汉仪中楷简" panose="02010604000101010101" charset="-122"/>
                <a:ea typeface="汉仪中楷简" panose="02010604000101010101" charset="-122"/>
              </a:endParaRPr>
            </a:p>
          </p:txBody>
        </p:sp>
        <p:sp>
          <p:nvSpPr>
            <p:cNvPr id="40" name="椭圆 39"/>
            <p:cNvSpPr/>
            <p:nvPr/>
          </p:nvSpPr>
          <p:spPr>
            <a:xfrm>
              <a:off x="6339" y="3158"/>
              <a:ext cx="774" cy="775"/>
            </a:xfrm>
            <a:prstGeom prst="ellipse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 fontAlgn="base"/>
              <a:endParaRPr lang="zh-CN" altLang="en-US" sz="6000" strike="noStrike" noProof="1">
                <a:solidFill>
                  <a:schemeClr val="tx1"/>
                </a:solidFill>
                <a:latin typeface="汉仪中楷简" panose="02010604000101010101" charset="-122"/>
                <a:ea typeface="汉仪中楷简" panose="02010604000101010101" charset="-122"/>
              </a:endParaRPr>
            </a:p>
          </p:txBody>
        </p:sp>
        <p:sp>
          <p:nvSpPr>
            <p:cNvPr id="41" name="椭圆 40"/>
            <p:cNvSpPr/>
            <p:nvPr/>
          </p:nvSpPr>
          <p:spPr>
            <a:xfrm>
              <a:off x="5653" y="2855"/>
              <a:ext cx="774" cy="775"/>
            </a:xfrm>
            <a:prstGeom prst="ellipse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 fontAlgn="base"/>
              <a:endParaRPr lang="zh-CN" altLang="en-US" sz="6000" strike="noStrike" noProof="1">
                <a:solidFill>
                  <a:schemeClr val="tx1"/>
                </a:solidFill>
                <a:latin typeface="汉仪中楷简" panose="02010604000101010101" charset="-122"/>
                <a:ea typeface="汉仪中楷简" panose="02010604000101010101" charset="-122"/>
              </a:endParaRPr>
            </a:p>
          </p:txBody>
        </p:sp>
        <p:sp>
          <p:nvSpPr>
            <p:cNvPr id="42" name="椭圆 41"/>
            <p:cNvSpPr/>
            <p:nvPr/>
          </p:nvSpPr>
          <p:spPr>
            <a:xfrm>
              <a:off x="5635" y="2081"/>
              <a:ext cx="774" cy="775"/>
            </a:xfrm>
            <a:prstGeom prst="ellipse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 fontAlgn="base"/>
              <a:endParaRPr lang="zh-CN" altLang="en-US" sz="6000" strike="noStrike" noProof="1">
                <a:solidFill>
                  <a:schemeClr val="tx1"/>
                </a:solidFill>
                <a:latin typeface="汉仪中楷简" panose="02010604000101010101" charset="-122"/>
                <a:ea typeface="汉仪中楷简" panose="02010604000101010101" charset="-122"/>
              </a:endParaRPr>
            </a:p>
          </p:txBody>
        </p:sp>
        <p:sp>
          <p:nvSpPr>
            <p:cNvPr id="43" name="椭圆 42"/>
            <p:cNvSpPr/>
            <p:nvPr/>
          </p:nvSpPr>
          <p:spPr>
            <a:xfrm>
              <a:off x="5998" y="2135"/>
              <a:ext cx="1456" cy="1437"/>
            </a:xfrm>
            <a:prstGeom prst="ellipse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 fontAlgn="base"/>
              <a:r>
                <a:rPr lang="zh-CN" altLang="en-US" sz="4800" strike="noStrike" noProof="1">
                  <a:solidFill>
                    <a:schemeClr val="tx1"/>
                  </a:solidFill>
                  <a:latin typeface="汉仪中楷简" panose="02010604000101010101" charset="-122"/>
                  <a:ea typeface="汉仪中楷简" panose="02010604000101010101" charset="-122"/>
                </a:rPr>
                <a:t>清</a:t>
              </a:r>
              <a:endParaRPr lang="zh-CN" altLang="en-US" sz="4800" strike="noStrike" noProof="1">
                <a:solidFill>
                  <a:schemeClr val="tx1"/>
                </a:solidFill>
                <a:latin typeface="汉仪中楷简" panose="02010604000101010101" charset="-122"/>
                <a:ea typeface="汉仪中楷简" panose="02010604000101010101" charset="-122"/>
              </a:endParaRPr>
            </a:p>
          </p:txBody>
        </p:sp>
      </p:grpSp>
      <p:grpSp>
        <p:nvGrpSpPr>
          <p:cNvPr id="45075" name="组合 35"/>
          <p:cNvGrpSpPr/>
          <p:nvPr/>
        </p:nvGrpSpPr>
        <p:grpSpPr>
          <a:xfrm>
            <a:off x="1246505" y="2256155"/>
            <a:ext cx="1143000" cy="1158875"/>
            <a:chOff x="1408" y="2337"/>
            <a:chExt cx="1800" cy="1824"/>
          </a:xfrm>
        </p:grpSpPr>
        <p:grpSp>
          <p:nvGrpSpPr>
            <p:cNvPr id="45076" name="组合 6"/>
            <p:cNvGrpSpPr/>
            <p:nvPr/>
          </p:nvGrpSpPr>
          <p:grpSpPr>
            <a:xfrm>
              <a:off x="1408" y="2337"/>
              <a:ext cx="1800" cy="1824"/>
              <a:chOff x="1408" y="1748"/>
              <a:chExt cx="2193" cy="2222"/>
            </a:xfrm>
          </p:grpSpPr>
          <p:sp>
            <p:nvSpPr>
              <p:cNvPr id="2" name="椭圆 1"/>
              <p:cNvSpPr/>
              <p:nvPr/>
            </p:nvSpPr>
            <p:spPr>
              <a:xfrm>
                <a:off x="2113" y="1748"/>
                <a:ext cx="774" cy="775"/>
              </a:xfrm>
              <a:prstGeom prst="ellipse">
                <a:avLst/>
              </a:prstGeom>
              <a:solidFill>
                <a:schemeClr val="accent2">
                  <a:lumMod val="60000"/>
                  <a:lumOff val="40000"/>
                  <a:alpha val="7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 fontAlgn="base"/>
                <a:endParaRPr lang="zh-CN" altLang="en-US" sz="4400" strike="noStrike" noProof="1">
                  <a:solidFill>
                    <a:schemeClr val="accent2">
                      <a:lumMod val="50000"/>
                    </a:schemeClr>
                  </a:solidFill>
                  <a:latin typeface="汉仪中楷简" panose="02010604000101010101" charset="-122"/>
                  <a:ea typeface="汉仪中楷简" panose="02010604000101010101" charset="-122"/>
                </a:endParaRPr>
              </a:p>
            </p:txBody>
          </p:sp>
          <p:sp>
            <p:nvSpPr>
              <p:cNvPr id="8" name="椭圆 7"/>
              <p:cNvSpPr/>
              <p:nvPr/>
            </p:nvSpPr>
            <p:spPr>
              <a:xfrm>
                <a:off x="2791" y="2137"/>
                <a:ext cx="774" cy="775"/>
              </a:xfrm>
              <a:prstGeom prst="ellipse">
                <a:avLst/>
              </a:prstGeom>
              <a:solidFill>
                <a:schemeClr val="accent2">
                  <a:lumMod val="60000"/>
                  <a:lumOff val="40000"/>
                  <a:alpha val="7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 fontAlgn="base"/>
                <a:endParaRPr lang="zh-CN" altLang="en-US" sz="4400" strike="noStrike" noProof="1">
                  <a:solidFill>
                    <a:schemeClr val="accent2">
                      <a:lumMod val="50000"/>
                    </a:schemeClr>
                  </a:solidFill>
                  <a:latin typeface="汉仪中楷简" panose="02010604000101010101" charset="-122"/>
                  <a:ea typeface="汉仪中楷简" panose="02010604000101010101" charset="-122"/>
                </a:endParaRPr>
              </a:p>
            </p:txBody>
          </p:sp>
          <p:sp>
            <p:nvSpPr>
              <p:cNvPr id="9" name="椭圆 8"/>
              <p:cNvSpPr/>
              <p:nvPr/>
            </p:nvSpPr>
            <p:spPr>
              <a:xfrm>
                <a:off x="2827" y="2908"/>
                <a:ext cx="774" cy="775"/>
              </a:xfrm>
              <a:prstGeom prst="ellipse">
                <a:avLst/>
              </a:prstGeom>
              <a:solidFill>
                <a:schemeClr val="accent2">
                  <a:lumMod val="60000"/>
                  <a:lumOff val="40000"/>
                  <a:alpha val="7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 fontAlgn="base"/>
                <a:endParaRPr lang="zh-CN" altLang="en-US" sz="4400" strike="noStrike" noProof="1">
                  <a:solidFill>
                    <a:schemeClr val="accent2">
                      <a:lumMod val="50000"/>
                    </a:schemeClr>
                  </a:solidFill>
                  <a:latin typeface="汉仪中楷简" panose="02010604000101010101" charset="-122"/>
                  <a:ea typeface="汉仪中楷简" panose="02010604000101010101" charset="-122"/>
                </a:endParaRPr>
              </a:p>
            </p:txBody>
          </p:sp>
          <p:sp>
            <p:nvSpPr>
              <p:cNvPr id="10" name="椭圆 9"/>
              <p:cNvSpPr/>
              <p:nvPr/>
            </p:nvSpPr>
            <p:spPr>
              <a:xfrm>
                <a:off x="2111" y="3196"/>
                <a:ext cx="774" cy="775"/>
              </a:xfrm>
              <a:prstGeom prst="ellipse">
                <a:avLst/>
              </a:prstGeom>
              <a:solidFill>
                <a:schemeClr val="accent2">
                  <a:lumMod val="60000"/>
                  <a:lumOff val="40000"/>
                  <a:alpha val="7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 fontAlgn="base"/>
                <a:endParaRPr lang="zh-CN" altLang="en-US" sz="4400" strike="noStrike" noProof="1">
                  <a:solidFill>
                    <a:schemeClr val="accent2">
                      <a:lumMod val="50000"/>
                    </a:schemeClr>
                  </a:solidFill>
                  <a:latin typeface="汉仪中楷简" panose="02010604000101010101" charset="-122"/>
                  <a:ea typeface="汉仪中楷简" panose="02010604000101010101" charset="-122"/>
                </a:endParaRPr>
              </a:p>
            </p:txBody>
          </p:sp>
          <p:sp>
            <p:nvSpPr>
              <p:cNvPr id="11" name="椭圆 10"/>
              <p:cNvSpPr/>
              <p:nvPr/>
            </p:nvSpPr>
            <p:spPr>
              <a:xfrm>
                <a:off x="1425" y="2893"/>
                <a:ext cx="774" cy="775"/>
              </a:xfrm>
              <a:prstGeom prst="ellipse">
                <a:avLst/>
              </a:prstGeom>
              <a:solidFill>
                <a:schemeClr val="accent2">
                  <a:lumMod val="60000"/>
                  <a:lumOff val="40000"/>
                  <a:alpha val="7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 fontAlgn="base"/>
                <a:endParaRPr lang="zh-CN" altLang="en-US" sz="4400" strike="noStrike" noProof="1">
                  <a:solidFill>
                    <a:schemeClr val="accent2">
                      <a:lumMod val="50000"/>
                    </a:schemeClr>
                  </a:solidFill>
                  <a:latin typeface="汉仪中楷简" panose="02010604000101010101" charset="-122"/>
                  <a:ea typeface="汉仪中楷简" panose="02010604000101010101" charset="-122"/>
                </a:endParaRPr>
              </a:p>
            </p:txBody>
          </p:sp>
          <p:sp>
            <p:nvSpPr>
              <p:cNvPr id="12" name="椭圆 11"/>
              <p:cNvSpPr/>
              <p:nvPr/>
            </p:nvSpPr>
            <p:spPr>
              <a:xfrm>
                <a:off x="1408" y="2119"/>
                <a:ext cx="774" cy="775"/>
              </a:xfrm>
              <a:prstGeom prst="ellipse">
                <a:avLst/>
              </a:prstGeom>
              <a:solidFill>
                <a:schemeClr val="accent2">
                  <a:lumMod val="60000"/>
                  <a:lumOff val="40000"/>
                  <a:alpha val="7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 fontAlgn="base"/>
                <a:endParaRPr lang="zh-CN" altLang="en-US" sz="4400" strike="noStrike" noProof="1">
                  <a:solidFill>
                    <a:schemeClr val="accent2">
                      <a:lumMod val="50000"/>
                    </a:schemeClr>
                  </a:solidFill>
                  <a:latin typeface="汉仪中楷简" panose="02010604000101010101" charset="-122"/>
                  <a:ea typeface="汉仪中楷简" panose="02010604000101010101" charset="-122"/>
                </a:endParaRPr>
              </a:p>
            </p:txBody>
          </p:sp>
          <p:sp>
            <p:nvSpPr>
              <p:cNvPr id="13" name="椭圆 12"/>
              <p:cNvSpPr/>
              <p:nvPr/>
            </p:nvSpPr>
            <p:spPr>
              <a:xfrm>
                <a:off x="1770" y="2154"/>
                <a:ext cx="1456" cy="1437"/>
              </a:xfrm>
              <a:prstGeom prst="ellipse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>
                <a:solidFill>
                  <a:srgbClr val="FFC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 fontAlgn="base"/>
                <a:endParaRPr lang="zh-CN" altLang="en-US" sz="6000" strike="noStrike" noProof="1">
                  <a:solidFill>
                    <a:schemeClr val="accent2">
                      <a:lumMod val="50000"/>
                    </a:schemeClr>
                  </a:solidFill>
                  <a:latin typeface="汉仪中楷简" panose="02010604000101010101" charset="-122"/>
                  <a:ea typeface="汉仪中楷简" panose="02010604000101010101" charset="-122"/>
                </a:endParaRPr>
              </a:p>
            </p:txBody>
          </p:sp>
        </p:grpSp>
        <p:sp>
          <p:nvSpPr>
            <p:cNvPr id="45084" name="文本框 2"/>
            <p:cNvSpPr txBox="1"/>
            <p:nvPr/>
          </p:nvSpPr>
          <p:spPr>
            <a:xfrm>
              <a:off x="1690" y="2632"/>
              <a:ext cx="1248" cy="130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p>
              <a:r>
                <a:rPr lang="zh-CN" altLang="en-US" sz="4800">
                  <a:solidFill>
                    <a:srgbClr val="C55A11"/>
                  </a:solidFill>
                  <a:latin typeface="汉仪中楷简" panose="02010604000101010101" charset="-122"/>
                  <a:ea typeface="汉仪中楷简" panose="02010604000101010101" charset="-122"/>
                  <a:sym typeface="微软雅黑" panose="020B0503020204020204" charset="-122"/>
                </a:rPr>
                <a:t>青 </a:t>
              </a:r>
              <a:endParaRPr lang="zh-CN" altLang="en-US" sz="4800">
                <a:solidFill>
                  <a:srgbClr val="C55A11"/>
                </a:solidFill>
                <a:latin typeface="汉仪中楷简" panose="02010604000101010101" charset="-122"/>
                <a:ea typeface="汉仪中楷简" panose="02010604000101010101" charset="-122"/>
                <a:sym typeface="微软雅黑" panose="020B0503020204020204" charset="-122"/>
              </a:endParaRPr>
            </a:p>
          </p:txBody>
        </p:sp>
      </p:grpSp>
      <p:sp>
        <p:nvSpPr>
          <p:cNvPr id="14" name="文本框 13"/>
          <p:cNvSpPr txBox="1"/>
          <p:nvPr/>
        </p:nvSpPr>
        <p:spPr>
          <a:xfrm>
            <a:off x="4961890" y="2120900"/>
            <a:ext cx="6463665" cy="16414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40000"/>
              </a:lnSpc>
            </a:pPr>
            <a:r>
              <a:rPr lang="en-US" altLang="zh-CN" sz="36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1.</a:t>
            </a:r>
            <a:r>
              <a:rPr lang="zh-CN" altLang="en-US" sz="36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远处有（       ）山，近处有（       ）泉。</a:t>
            </a:r>
            <a:endParaRPr lang="zh-CN" altLang="en-US" sz="360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7759065" y="2202180"/>
            <a:ext cx="795020" cy="829945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</a:bodyPr>
          <a:p>
            <a:pPr algn="ctr"/>
            <a:r>
              <a:rPr lang="zh-CN" altLang="en-US" sz="4800" b="1"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楷体" panose="02010609060101010101" charset="-122"/>
                <a:ea typeface="楷体" panose="02010609060101010101" charset="-122"/>
              </a:rPr>
              <a:t>青</a:t>
            </a:r>
            <a:endParaRPr lang="zh-CN" altLang="en-US" sz="4800" b="1">
              <a:solidFill>
                <a:srgbClr val="FF000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6411595" y="2948305"/>
            <a:ext cx="795020" cy="829945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</a:bodyPr>
          <a:p>
            <a:pPr algn="ctr"/>
            <a:r>
              <a:rPr lang="zh-CN" altLang="en-US" sz="4800" b="1"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楷体" panose="02010609060101010101" charset="-122"/>
                <a:ea typeface="楷体" panose="02010609060101010101" charset="-122"/>
              </a:rPr>
              <a:t>清</a:t>
            </a:r>
            <a:endParaRPr lang="zh-CN" altLang="en-US" sz="4800" b="1">
              <a:solidFill>
                <a:srgbClr val="FF000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楷体" panose="02010609060101010101" charset="-122"/>
              <a:ea typeface="楷体" panose="02010609060101010101" charset="-122"/>
            </a:endParaRPr>
          </a:p>
        </p:txBody>
      </p:sp>
      <p:grpSp>
        <p:nvGrpSpPr>
          <p:cNvPr id="19" name="组合 26"/>
          <p:cNvGrpSpPr/>
          <p:nvPr/>
        </p:nvGrpSpPr>
        <p:grpSpPr>
          <a:xfrm>
            <a:off x="9814243" y="4299585"/>
            <a:ext cx="1223962" cy="1241425"/>
            <a:chOff x="5635" y="1710"/>
            <a:chExt cx="2193" cy="2222"/>
          </a:xfrm>
        </p:grpSpPr>
        <p:sp>
          <p:nvSpPr>
            <p:cNvPr id="20" name="椭圆 19"/>
            <p:cNvSpPr/>
            <p:nvPr/>
          </p:nvSpPr>
          <p:spPr>
            <a:xfrm>
              <a:off x="6340" y="1710"/>
              <a:ext cx="774" cy="775"/>
            </a:xfrm>
            <a:prstGeom prst="ellipse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 fontAlgn="base"/>
              <a:endParaRPr lang="zh-CN" altLang="en-US" sz="6000" strike="noStrike" noProof="1">
                <a:solidFill>
                  <a:schemeClr val="tx1"/>
                </a:solidFill>
                <a:latin typeface="汉仪中楷简" panose="02010604000101010101" charset="-122"/>
                <a:ea typeface="汉仪中楷简" panose="02010604000101010101" charset="-122"/>
              </a:endParaRPr>
            </a:p>
          </p:txBody>
        </p:sp>
        <p:sp>
          <p:nvSpPr>
            <p:cNvPr id="21" name="椭圆 20"/>
            <p:cNvSpPr/>
            <p:nvPr/>
          </p:nvSpPr>
          <p:spPr>
            <a:xfrm>
              <a:off x="7019" y="2099"/>
              <a:ext cx="774" cy="775"/>
            </a:xfrm>
            <a:prstGeom prst="ellipse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 fontAlgn="base"/>
              <a:endParaRPr lang="zh-CN" altLang="en-US" sz="6000" strike="noStrike" noProof="1">
                <a:solidFill>
                  <a:schemeClr val="tx1"/>
                </a:solidFill>
                <a:latin typeface="汉仪中楷简" panose="02010604000101010101" charset="-122"/>
                <a:ea typeface="汉仪中楷简" panose="02010604000101010101" charset="-122"/>
              </a:endParaRPr>
            </a:p>
          </p:txBody>
        </p:sp>
        <p:sp>
          <p:nvSpPr>
            <p:cNvPr id="22" name="椭圆 21"/>
            <p:cNvSpPr/>
            <p:nvPr/>
          </p:nvSpPr>
          <p:spPr>
            <a:xfrm>
              <a:off x="7054" y="2870"/>
              <a:ext cx="774" cy="775"/>
            </a:xfrm>
            <a:prstGeom prst="ellipse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 fontAlgn="base"/>
              <a:endParaRPr lang="zh-CN" altLang="en-US" sz="6000" strike="noStrike" noProof="1">
                <a:solidFill>
                  <a:schemeClr val="tx1"/>
                </a:solidFill>
                <a:latin typeface="汉仪中楷简" panose="02010604000101010101" charset="-122"/>
                <a:ea typeface="汉仪中楷简" panose="02010604000101010101" charset="-122"/>
              </a:endParaRPr>
            </a:p>
          </p:txBody>
        </p:sp>
        <p:sp>
          <p:nvSpPr>
            <p:cNvPr id="23" name="椭圆 22"/>
            <p:cNvSpPr/>
            <p:nvPr/>
          </p:nvSpPr>
          <p:spPr>
            <a:xfrm>
              <a:off x="6339" y="3158"/>
              <a:ext cx="774" cy="775"/>
            </a:xfrm>
            <a:prstGeom prst="ellipse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 fontAlgn="base"/>
              <a:endParaRPr lang="zh-CN" altLang="en-US" sz="6000" strike="noStrike" noProof="1">
                <a:solidFill>
                  <a:schemeClr val="tx1"/>
                </a:solidFill>
                <a:latin typeface="汉仪中楷简" panose="02010604000101010101" charset="-122"/>
                <a:ea typeface="汉仪中楷简" panose="02010604000101010101" charset="-122"/>
              </a:endParaRPr>
            </a:p>
          </p:txBody>
        </p:sp>
        <p:sp>
          <p:nvSpPr>
            <p:cNvPr id="25" name="椭圆 24"/>
            <p:cNvSpPr/>
            <p:nvPr/>
          </p:nvSpPr>
          <p:spPr>
            <a:xfrm>
              <a:off x="5653" y="2855"/>
              <a:ext cx="774" cy="775"/>
            </a:xfrm>
            <a:prstGeom prst="ellipse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 fontAlgn="base"/>
              <a:endParaRPr lang="zh-CN" altLang="en-US" sz="6000" strike="noStrike" noProof="1">
                <a:solidFill>
                  <a:schemeClr val="tx1"/>
                </a:solidFill>
                <a:latin typeface="汉仪中楷简" panose="02010604000101010101" charset="-122"/>
                <a:ea typeface="汉仪中楷简" panose="02010604000101010101" charset="-122"/>
              </a:endParaRPr>
            </a:p>
          </p:txBody>
        </p:sp>
        <p:sp>
          <p:nvSpPr>
            <p:cNvPr id="26" name="椭圆 25"/>
            <p:cNvSpPr/>
            <p:nvPr/>
          </p:nvSpPr>
          <p:spPr>
            <a:xfrm>
              <a:off x="5635" y="2081"/>
              <a:ext cx="774" cy="775"/>
            </a:xfrm>
            <a:prstGeom prst="ellipse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 fontAlgn="base"/>
              <a:endParaRPr lang="zh-CN" altLang="en-US" sz="6000" strike="noStrike" noProof="1">
                <a:solidFill>
                  <a:schemeClr val="tx1"/>
                </a:solidFill>
                <a:latin typeface="汉仪中楷简" panose="02010604000101010101" charset="-122"/>
                <a:ea typeface="汉仪中楷简" panose="02010604000101010101" charset="-122"/>
              </a:endParaRPr>
            </a:p>
          </p:txBody>
        </p:sp>
        <p:sp>
          <p:nvSpPr>
            <p:cNvPr id="27" name="椭圆 26"/>
            <p:cNvSpPr/>
            <p:nvPr/>
          </p:nvSpPr>
          <p:spPr>
            <a:xfrm>
              <a:off x="5998" y="2135"/>
              <a:ext cx="1456" cy="1437"/>
            </a:xfrm>
            <a:prstGeom prst="ellipse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 fontAlgn="base"/>
              <a:r>
                <a:rPr lang="zh-CN" altLang="en-US" sz="4800" strike="noStrike" noProof="1">
                  <a:solidFill>
                    <a:schemeClr val="tx1"/>
                  </a:solidFill>
                  <a:latin typeface="汉仪中楷简" panose="02010604000101010101" charset="-122"/>
                  <a:ea typeface="汉仪中楷简" panose="02010604000101010101" charset="-122"/>
                </a:rPr>
                <a:t>再</a:t>
              </a:r>
              <a:endParaRPr lang="zh-CN" altLang="en-US" sz="4800" strike="noStrike" noProof="1">
                <a:solidFill>
                  <a:schemeClr val="tx1"/>
                </a:solidFill>
                <a:latin typeface="汉仪中楷简" panose="02010604000101010101" charset="-122"/>
                <a:ea typeface="汉仪中楷简" panose="02010604000101010101" charset="-122"/>
              </a:endParaRPr>
            </a:p>
          </p:txBody>
        </p:sp>
      </p:grpSp>
      <p:grpSp>
        <p:nvGrpSpPr>
          <p:cNvPr id="28" name="组合 35"/>
          <p:cNvGrpSpPr/>
          <p:nvPr/>
        </p:nvGrpSpPr>
        <p:grpSpPr>
          <a:xfrm>
            <a:off x="8034655" y="4299585"/>
            <a:ext cx="1143000" cy="1158875"/>
            <a:chOff x="1408" y="2337"/>
            <a:chExt cx="1800" cy="1824"/>
          </a:xfrm>
        </p:grpSpPr>
        <p:grpSp>
          <p:nvGrpSpPr>
            <p:cNvPr id="29" name="组合 6"/>
            <p:cNvGrpSpPr/>
            <p:nvPr/>
          </p:nvGrpSpPr>
          <p:grpSpPr>
            <a:xfrm>
              <a:off x="1408" y="2337"/>
              <a:ext cx="1800" cy="1824"/>
              <a:chOff x="1408" y="1748"/>
              <a:chExt cx="2193" cy="2222"/>
            </a:xfrm>
          </p:grpSpPr>
          <p:sp>
            <p:nvSpPr>
              <p:cNvPr id="30" name="椭圆 29"/>
              <p:cNvSpPr/>
              <p:nvPr/>
            </p:nvSpPr>
            <p:spPr>
              <a:xfrm>
                <a:off x="2113" y="1748"/>
                <a:ext cx="774" cy="775"/>
              </a:xfrm>
              <a:prstGeom prst="ellipse">
                <a:avLst/>
              </a:prstGeom>
              <a:solidFill>
                <a:schemeClr val="accent2">
                  <a:lumMod val="60000"/>
                  <a:lumOff val="40000"/>
                  <a:alpha val="7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 fontAlgn="base"/>
                <a:endParaRPr lang="zh-CN" altLang="en-US" sz="4400" strike="noStrike" noProof="1">
                  <a:solidFill>
                    <a:schemeClr val="accent2">
                      <a:lumMod val="50000"/>
                    </a:schemeClr>
                  </a:solidFill>
                  <a:latin typeface="汉仪中楷简" panose="02010604000101010101" charset="-122"/>
                  <a:ea typeface="汉仪中楷简" panose="02010604000101010101" charset="-122"/>
                </a:endParaRPr>
              </a:p>
            </p:txBody>
          </p:sp>
          <p:sp>
            <p:nvSpPr>
              <p:cNvPr id="31" name="椭圆 30"/>
              <p:cNvSpPr/>
              <p:nvPr/>
            </p:nvSpPr>
            <p:spPr>
              <a:xfrm>
                <a:off x="2791" y="2137"/>
                <a:ext cx="774" cy="775"/>
              </a:xfrm>
              <a:prstGeom prst="ellipse">
                <a:avLst/>
              </a:prstGeom>
              <a:solidFill>
                <a:schemeClr val="accent2">
                  <a:lumMod val="60000"/>
                  <a:lumOff val="40000"/>
                  <a:alpha val="7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 fontAlgn="base"/>
                <a:endParaRPr lang="zh-CN" altLang="en-US" sz="4400" strike="noStrike" noProof="1">
                  <a:solidFill>
                    <a:schemeClr val="accent2">
                      <a:lumMod val="50000"/>
                    </a:schemeClr>
                  </a:solidFill>
                  <a:latin typeface="汉仪中楷简" panose="02010604000101010101" charset="-122"/>
                  <a:ea typeface="汉仪中楷简" panose="02010604000101010101" charset="-122"/>
                </a:endParaRPr>
              </a:p>
            </p:txBody>
          </p:sp>
          <p:sp>
            <p:nvSpPr>
              <p:cNvPr id="32" name="椭圆 31"/>
              <p:cNvSpPr/>
              <p:nvPr/>
            </p:nvSpPr>
            <p:spPr>
              <a:xfrm>
                <a:off x="2827" y="2908"/>
                <a:ext cx="774" cy="775"/>
              </a:xfrm>
              <a:prstGeom prst="ellipse">
                <a:avLst/>
              </a:prstGeom>
              <a:solidFill>
                <a:schemeClr val="accent2">
                  <a:lumMod val="60000"/>
                  <a:lumOff val="40000"/>
                  <a:alpha val="7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 fontAlgn="base"/>
                <a:endParaRPr lang="zh-CN" altLang="en-US" sz="4400" strike="noStrike" noProof="1">
                  <a:solidFill>
                    <a:schemeClr val="accent2">
                      <a:lumMod val="50000"/>
                    </a:schemeClr>
                  </a:solidFill>
                  <a:latin typeface="汉仪中楷简" panose="02010604000101010101" charset="-122"/>
                  <a:ea typeface="汉仪中楷简" panose="02010604000101010101" charset="-122"/>
                </a:endParaRPr>
              </a:p>
            </p:txBody>
          </p:sp>
          <p:sp>
            <p:nvSpPr>
              <p:cNvPr id="33" name="椭圆 32"/>
              <p:cNvSpPr/>
              <p:nvPr/>
            </p:nvSpPr>
            <p:spPr>
              <a:xfrm>
                <a:off x="2111" y="3196"/>
                <a:ext cx="774" cy="775"/>
              </a:xfrm>
              <a:prstGeom prst="ellipse">
                <a:avLst/>
              </a:prstGeom>
              <a:solidFill>
                <a:schemeClr val="accent2">
                  <a:lumMod val="60000"/>
                  <a:lumOff val="40000"/>
                  <a:alpha val="7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 fontAlgn="base"/>
                <a:endParaRPr lang="zh-CN" altLang="en-US" sz="4400" strike="noStrike" noProof="1">
                  <a:solidFill>
                    <a:schemeClr val="accent2">
                      <a:lumMod val="50000"/>
                    </a:schemeClr>
                  </a:solidFill>
                  <a:latin typeface="汉仪中楷简" panose="02010604000101010101" charset="-122"/>
                  <a:ea typeface="汉仪中楷简" panose="02010604000101010101" charset="-122"/>
                </a:endParaRPr>
              </a:p>
            </p:txBody>
          </p:sp>
          <p:sp>
            <p:nvSpPr>
              <p:cNvPr id="34" name="椭圆 33"/>
              <p:cNvSpPr/>
              <p:nvPr/>
            </p:nvSpPr>
            <p:spPr>
              <a:xfrm>
                <a:off x="1425" y="2893"/>
                <a:ext cx="774" cy="775"/>
              </a:xfrm>
              <a:prstGeom prst="ellipse">
                <a:avLst/>
              </a:prstGeom>
              <a:solidFill>
                <a:schemeClr val="accent2">
                  <a:lumMod val="60000"/>
                  <a:lumOff val="40000"/>
                  <a:alpha val="7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 fontAlgn="base"/>
                <a:endParaRPr lang="zh-CN" altLang="en-US" sz="4400" strike="noStrike" noProof="1">
                  <a:solidFill>
                    <a:schemeClr val="accent2">
                      <a:lumMod val="50000"/>
                    </a:schemeClr>
                  </a:solidFill>
                  <a:latin typeface="汉仪中楷简" panose="02010604000101010101" charset="-122"/>
                  <a:ea typeface="汉仪中楷简" panose="02010604000101010101" charset="-122"/>
                </a:endParaRPr>
              </a:p>
            </p:txBody>
          </p:sp>
          <p:sp>
            <p:nvSpPr>
              <p:cNvPr id="35" name="椭圆 34"/>
              <p:cNvSpPr/>
              <p:nvPr/>
            </p:nvSpPr>
            <p:spPr>
              <a:xfrm>
                <a:off x="1408" y="2119"/>
                <a:ext cx="774" cy="775"/>
              </a:xfrm>
              <a:prstGeom prst="ellipse">
                <a:avLst/>
              </a:prstGeom>
              <a:solidFill>
                <a:schemeClr val="accent2">
                  <a:lumMod val="60000"/>
                  <a:lumOff val="40000"/>
                  <a:alpha val="7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 fontAlgn="base"/>
                <a:endParaRPr lang="zh-CN" altLang="en-US" sz="4400" strike="noStrike" noProof="1">
                  <a:solidFill>
                    <a:schemeClr val="accent2">
                      <a:lumMod val="50000"/>
                    </a:schemeClr>
                  </a:solidFill>
                  <a:latin typeface="汉仪中楷简" panose="02010604000101010101" charset="-122"/>
                  <a:ea typeface="汉仪中楷简" panose="02010604000101010101" charset="-122"/>
                </a:endParaRPr>
              </a:p>
            </p:txBody>
          </p:sp>
          <p:sp>
            <p:nvSpPr>
              <p:cNvPr id="36" name="椭圆 35"/>
              <p:cNvSpPr/>
              <p:nvPr/>
            </p:nvSpPr>
            <p:spPr>
              <a:xfrm>
                <a:off x="1770" y="2154"/>
                <a:ext cx="1456" cy="1437"/>
              </a:xfrm>
              <a:prstGeom prst="ellipse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>
                <a:solidFill>
                  <a:srgbClr val="FFC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 fontAlgn="base"/>
                <a:endParaRPr lang="zh-CN" altLang="en-US" sz="6000" strike="noStrike" noProof="1">
                  <a:solidFill>
                    <a:schemeClr val="accent2">
                      <a:lumMod val="50000"/>
                    </a:schemeClr>
                  </a:solidFill>
                  <a:latin typeface="汉仪中楷简" panose="02010604000101010101" charset="-122"/>
                  <a:ea typeface="汉仪中楷简" panose="02010604000101010101" charset="-122"/>
                </a:endParaRPr>
              </a:p>
            </p:txBody>
          </p:sp>
        </p:grpSp>
        <p:sp>
          <p:nvSpPr>
            <p:cNvPr id="44" name="文本框 2"/>
            <p:cNvSpPr txBox="1"/>
            <p:nvPr/>
          </p:nvSpPr>
          <p:spPr>
            <a:xfrm>
              <a:off x="1690" y="2632"/>
              <a:ext cx="1248" cy="130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p>
              <a:r>
                <a:rPr lang="zh-CN" altLang="en-US" sz="4800">
                  <a:solidFill>
                    <a:srgbClr val="C55A11"/>
                  </a:solidFill>
                  <a:latin typeface="汉仪中楷简" panose="02010604000101010101" charset="-122"/>
                  <a:ea typeface="汉仪中楷简" panose="02010604000101010101" charset="-122"/>
                  <a:sym typeface="微软雅黑" panose="020B0503020204020204" charset="-122"/>
                </a:rPr>
                <a:t>在 </a:t>
              </a:r>
              <a:endParaRPr lang="zh-CN" altLang="en-US" sz="4800">
                <a:solidFill>
                  <a:srgbClr val="C55A11"/>
                </a:solidFill>
                <a:latin typeface="汉仪中楷简" panose="02010604000101010101" charset="-122"/>
                <a:ea typeface="汉仪中楷简" panose="02010604000101010101" charset="-122"/>
                <a:sym typeface="微软雅黑" panose="020B0503020204020204" charset="-122"/>
              </a:endParaRPr>
            </a:p>
          </p:txBody>
        </p:sp>
      </p:grpSp>
      <p:sp>
        <p:nvSpPr>
          <p:cNvPr id="45" name="文本框 44"/>
          <p:cNvSpPr txBox="1"/>
          <p:nvPr/>
        </p:nvSpPr>
        <p:spPr>
          <a:xfrm>
            <a:off x="1173480" y="4042410"/>
            <a:ext cx="6463665" cy="16414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40000"/>
              </a:lnSpc>
            </a:pPr>
            <a:r>
              <a:rPr lang="en-US" altLang="zh-CN" sz="36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2.</a:t>
            </a:r>
            <a:r>
              <a:rPr lang="zh-CN" altLang="en-US" sz="36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放学了，大家（      ）教室门口和老师说（      ）见</a:t>
            </a:r>
            <a:r>
              <a:rPr lang="zh-CN" altLang="en-US" sz="36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。</a:t>
            </a:r>
            <a:endParaRPr lang="zh-CN" altLang="en-US" sz="360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6" name="矩形 45"/>
          <p:cNvSpPr/>
          <p:nvPr/>
        </p:nvSpPr>
        <p:spPr>
          <a:xfrm>
            <a:off x="5227320" y="4104005"/>
            <a:ext cx="795020" cy="829945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</a:bodyPr>
          <a:p>
            <a:pPr algn="ctr"/>
            <a:r>
              <a:rPr lang="zh-CN" altLang="en-US" sz="4800" b="1"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楷体" panose="02010609060101010101" charset="-122"/>
                <a:ea typeface="楷体" panose="02010609060101010101" charset="-122"/>
              </a:rPr>
              <a:t>在</a:t>
            </a:r>
            <a:endParaRPr lang="zh-CN" altLang="en-US" sz="4800" b="1">
              <a:solidFill>
                <a:srgbClr val="FF000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47" name="矩形 46"/>
          <p:cNvSpPr/>
          <p:nvPr/>
        </p:nvSpPr>
        <p:spPr>
          <a:xfrm>
            <a:off x="5227320" y="4911090"/>
            <a:ext cx="795020" cy="829945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</a:bodyPr>
          <a:p>
            <a:pPr algn="ctr"/>
            <a:r>
              <a:rPr lang="zh-CN" altLang="en-US" sz="4800" b="1"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楷体" panose="02010609060101010101" charset="-122"/>
                <a:ea typeface="楷体" panose="02010609060101010101" charset="-122"/>
              </a:rPr>
              <a:t>再 </a:t>
            </a:r>
            <a:endParaRPr lang="zh-CN" altLang="en-US" sz="4800" b="1">
              <a:solidFill>
                <a:srgbClr val="FF000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48" name="文本框 3"/>
          <p:cNvSpPr txBox="1"/>
          <p:nvPr/>
        </p:nvSpPr>
        <p:spPr>
          <a:xfrm>
            <a:off x="2990850" y="1270000"/>
            <a:ext cx="3756660" cy="58356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pPr algn="ctr" eaLnBrk="0" fontAlgn="auto" hangingPunct="0"/>
            <a:r>
              <a:rPr lang="zh-CN" altLang="en-US" sz="3200" spc="200" noProof="1">
                <a:solidFill>
                  <a:srgbClr val="4251B4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选一选，填一填。</a:t>
            </a:r>
            <a:endParaRPr lang="zh-CN" altLang="en-US" sz="3200" spc="200" noProof="1">
              <a:solidFill>
                <a:srgbClr val="4251B4"/>
              </a:solidFill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</p:spTree>
    <p:custDataLst>
      <p:tags r:id="rId2"/>
    </p:custDataLst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8" grpId="0"/>
      <p:bldP spid="46" grpId="0"/>
      <p:bldP spid="4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5844" name="图片 1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71450" y="-450850"/>
            <a:ext cx="2873375" cy="164655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7" name="文本框 3"/>
          <p:cNvSpPr txBox="1"/>
          <p:nvPr/>
        </p:nvSpPr>
        <p:spPr>
          <a:xfrm>
            <a:off x="518434" y="513990"/>
            <a:ext cx="2184854" cy="58356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pPr algn="ctr" eaLnBrk="0" fontAlgn="auto" hangingPunct="0"/>
            <a:r>
              <a:rPr lang="zh-CN" altLang="en-US" sz="3200" spc="200" noProof="1">
                <a:solidFill>
                  <a:srgbClr val="4251B4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rPr>
              <a:t>随堂练习</a:t>
            </a:r>
            <a:endParaRPr lang="zh-CN" altLang="en-US" sz="3200" spc="200" noProof="1">
              <a:solidFill>
                <a:srgbClr val="4251B4"/>
              </a:solidFill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48" name="文本框 3"/>
          <p:cNvSpPr txBox="1"/>
          <p:nvPr/>
        </p:nvSpPr>
        <p:spPr>
          <a:xfrm>
            <a:off x="1459230" y="1331595"/>
            <a:ext cx="3756660" cy="58356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pPr algn="ctr" eaLnBrk="0" fontAlgn="auto" hangingPunct="0"/>
            <a:r>
              <a:rPr lang="zh-CN" altLang="en-US" sz="3200" spc="200" noProof="1">
                <a:solidFill>
                  <a:srgbClr val="4251B4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选一选，填一填。</a:t>
            </a:r>
            <a:endParaRPr lang="zh-CN" altLang="en-US" sz="3200" spc="200" noProof="1">
              <a:solidFill>
                <a:srgbClr val="4251B4"/>
              </a:solidFill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grpSp>
        <p:nvGrpSpPr>
          <p:cNvPr id="45058" name="组合 26"/>
          <p:cNvGrpSpPr/>
          <p:nvPr/>
        </p:nvGrpSpPr>
        <p:grpSpPr>
          <a:xfrm>
            <a:off x="3412173" y="2286635"/>
            <a:ext cx="1223962" cy="1241425"/>
            <a:chOff x="5635" y="1710"/>
            <a:chExt cx="2193" cy="2222"/>
          </a:xfrm>
        </p:grpSpPr>
        <p:sp>
          <p:nvSpPr>
            <p:cNvPr id="37" name="椭圆 36"/>
            <p:cNvSpPr/>
            <p:nvPr/>
          </p:nvSpPr>
          <p:spPr>
            <a:xfrm>
              <a:off x="6340" y="1710"/>
              <a:ext cx="774" cy="775"/>
            </a:xfrm>
            <a:prstGeom prst="ellipse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 fontAlgn="base"/>
              <a:endParaRPr lang="zh-CN" altLang="en-US" sz="6000" strike="noStrike" noProof="1">
                <a:solidFill>
                  <a:schemeClr val="tx1"/>
                </a:solidFill>
                <a:latin typeface="汉仪中楷简" panose="02010604000101010101" charset="-122"/>
                <a:ea typeface="汉仪中楷简" panose="02010604000101010101" charset="-122"/>
              </a:endParaRPr>
            </a:p>
          </p:txBody>
        </p:sp>
        <p:sp>
          <p:nvSpPr>
            <p:cNvPr id="38" name="椭圆 37"/>
            <p:cNvSpPr/>
            <p:nvPr/>
          </p:nvSpPr>
          <p:spPr>
            <a:xfrm>
              <a:off x="7019" y="2099"/>
              <a:ext cx="774" cy="775"/>
            </a:xfrm>
            <a:prstGeom prst="ellipse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 fontAlgn="base"/>
              <a:endParaRPr lang="zh-CN" altLang="en-US" sz="6000" strike="noStrike" noProof="1">
                <a:solidFill>
                  <a:schemeClr val="tx1"/>
                </a:solidFill>
                <a:latin typeface="汉仪中楷简" panose="02010604000101010101" charset="-122"/>
                <a:ea typeface="汉仪中楷简" panose="02010604000101010101" charset="-122"/>
              </a:endParaRPr>
            </a:p>
          </p:txBody>
        </p:sp>
        <p:sp>
          <p:nvSpPr>
            <p:cNvPr id="39" name="椭圆 38"/>
            <p:cNvSpPr/>
            <p:nvPr/>
          </p:nvSpPr>
          <p:spPr>
            <a:xfrm>
              <a:off x="7054" y="2870"/>
              <a:ext cx="774" cy="775"/>
            </a:xfrm>
            <a:prstGeom prst="ellipse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 fontAlgn="base"/>
              <a:endParaRPr lang="zh-CN" altLang="en-US" sz="6000" strike="noStrike" noProof="1">
                <a:solidFill>
                  <a:schemeClr val="tx1"/>
                </a:solidFill>
                <a:latin typeface="汉仪中楷简" panose="02010604000101010101" charset="-122"/>
                <a:ea typeface="汉仪中楷简" panose="02010604000101010101" charset="-122"/>
              </a:endParaRPr>
            </a:p>
          </p:txBody>
        </p:sp>
        <p:sp>
          <p:nvSpPr>
            <p:cNvPr id="40" name="椭圆 39"/>
            <p:cNvSpPr/>
            <p:nvPr/>
          </p:nvSpPr>
          <p:spPr>
            <a:xfrm>
              <a:off x="6339" y="3158"/>
              <a:ext cx="774" cy="775"/>
            </a:xfrm>
            <a:prstGeom prst="ellipse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 fontAlgn="base"/>
              <a:endParaRPr lang="zh-CN" altLang="en-US" sz="6000" strike="noStrike" noProof="1">
                <a:solidFill>
                  <a:schemeClr val="tx1"/>
                </a:solidFill>
                <a:latin typeface="汉仪中楷简" panose="02010604000101010101" charset="-122"/>
                <a:ea typeface="汉仪中楷简" panose="02010604000101010101" charset="-122"/>
              </a:endParaRPr>
            </a:p>
          </p:txBody>
        </p:sp>
        <p:sp>
          <p:nvSpPr>
            <p:cNvPr id="41" name="椭圆 40"/>
            <p:cNvSpPr/>
            <p:nvPr/>
          </p:nvSpPr>
          <p:spPr>
            <a:xfrm>
              <a:off x="5653" y="2855"/>
              <a:ext cx="774" cy="775"/>
            </a:xfrm>
            <a:prstGeom prst="ellipse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 fontAlgn="base"/>
              <a:endParaRPr lang="zh-CN" altLang="en-US" sz="6000" strike="noStrike" noProof="1">
                <a:solidFill>
                  <a:schemeClr val="tx1"/>
                </a:solidFill>
                <a:latin typeface="汉仪中楷简" panose="02010604000101010101" charset="-122"/>
                <a:ea typeface="汉仪中楷简" panose="02010604000101010101" charset="-122"/>
              </a:endParaRPr>
            </a:p>
          </p:txBody>
        </p:sp>
        <p:sp>
          <p:nvSpPr>
            <p:cNvPr id="42" name="椭圆 41"/>
            <p:cNvSpPr/>
            <p:nvPr/>
          </p:nvSpPr>
          <p:spPr>
            <a:xfrm>
              <a:off x="5635" y="2081"/>
              <a:ext cx="774" cy="775"/>
            </a:xfrm>
            <a:prstGeom prst="ellipse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 fontAlgn="base"/>
              <a:endParaRPr lang="zh-CN" altLang="en-US" sz="6000" strike="noStrike" noProof="1">
                <a:solidFill>
                  <a:schemeClr val="tx1"/>
                </a:solidFill>
                <a:latin typeface="汉仪中楷简" panose="02010604000101010101" charset="-122"/>
                <a:ea typeface="汉仪中楷简" panose="02010604000101010101" charset="-122"/>
              </a:endParaRPr>
            </a:p>
          </p:txBody>
        </p:sp>
        <p:sp>
          <p:nvSpPr>
            <p:cNvPr id="43" name="椭圆 42"/>
            <p:cNvSpPr/>
            <p:nvPr/>
          </p:nvSpPr>
          <p:spPr>
            <a:xfrm>
              <a:off x="5998" y="2135"/>
              <a:ext cx="1456" cy="1437"/>
            </a:xfrm>
            <a:prstGeom prst="ellipse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 fontAlgn="base"/>
              <a:r>
                <a:rPr lang="zh-CN" altLang="en-US" sz="4800" strike="noStrike" noProof="1">
                  <a:solidFill>
                    <a:schemeClr val="tx1"/>
                  </a:solidFill>
                  <a:latin typeface="汉仪中楷简" panose="02010604000101010101" charset="-122"/>
                  <a:ea typeface="汉仪中楷简" panose="02010604000101010101" charset="-122"/>
                </a:rPr>
                <a:t>再</a:t>
              </a:r>
              <a:endParaRPr lang="zh-CN" altLang="en-US" sz="4800" strike="noStrike" noProof="1">
                <a:solidFill>
                  <a:schemeClr val="tx1"/>
                </a:solidFill>
                <a:latin typeface="汉仪中楷简" panose="02010604000101010101" charset="-122"/>
                <a:ea typeface="汉仪中楷简" panose="02010604000101010101" charset="-122"/>
              </a:endParaRPr>
            </a:p>
          </p:txBody>
        </p:sp>
      </p:grpSp>
      <p:grpSp>
        <p:nvGrpSpPr>
          <p:cNvPr id="45075" name="组合 35"/>
          <p:cNvGrpSpPr/>
          <p:nvPr/>
        </p:nvGrpSpPr>
        <p:grpSpPr>
          <a:xfrm>
            <a:off x="1632585" y="2286635"/>
            <a:ext cx="1143000" cy="1158875"/>
            <a:chOff x="1408" y="2337"/>
            <a:chExt cx="1800" cy="1824"/>
          </a:xfrm>
        </p:grpSpPr>
        <p:grpSp>
          <p:nvGrpSpPr>
            <p:cNvPr id="45076" name="组合 6"/>
            <p:cNvGrpSpPr/>
            <p:nvPr/>
          </p:nvGrpSpPr>
          <p:grpSpPr>
            <a:xfrm>
              <a:off x="1408" y="2337"/>
              <a:ext cx="1800" cy="1824"/>
              <a:chOff x="1408" y="1748"/>
              <a:chExt cx="2193" cy="2222"/>
            </a:xfrm>
          </p:grpSpPr>
          <p:sp>
            <p:nvSpPr>
              <p:cNvPr id="8" name="椭圆 7"/>
              <p:cNvSpPr/>
              <p:nvPr/>
            </p:nvSpPr>
            <p:spPr>
              <a:xfrm>
                <a:off x="2113" y="1748"/>
                <a:ext cx="774" cy="775"/>
              </a:xfrm>
              <a:prstGeom prst="ellipse">
                <a:avLst/>
              </a:prstGeom>
              <a:solidFill>
                <a:schemeClr val="accent2">
                  <a:lumMod val="60000"/>
                  <a:lumOff val="40000"/>
                  <a:alpha val="7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 fontAlgn="base"/>
                <a:endParaRPr lang="zh-CN" altLang="en-US" sz="4400" strike="noStrike" noProof="1">
                  <a:solidFill>
                    <a:schemeClr val="accent2">
                      <a:lumMod val="50000"/>
                    </a:schemeClr>
                  </a:solidFill>
                  <a:latin typeface="汉仪中楷简" panose="02010604000101010101" charset="-122"/>
                  <a:ea typeface="汉仪中楷简" panose="02010604000101010101" charset="-122"/>
                </a:endParaRPr>
              </a:p>
            </p:txBody>
          </p:sp>
          <p:sp>
            <p:nvSpPr>
              <p:cNvPr id="9" name="椭圆 8"/>
              <p:cNvSpPr/>
              <p:nvPr/>
            </p:nvSpPr>
            <p:spPr>
              <a:xfrm>
                <a:off x="2791" y="2137"/>
                <a:ext cx="774" cy="775"/>
              </a:xfrm>
              <a:prstGeom prst="ellipse">
                <a:avLst/>
              </a:prstGeom>
              <a:solidFill>
                <a:schemeClr val="accent2">
                  <a:lumMod val="60000"/>
                  <a:lumOff val="40000"/>
                  <a:alpha val="7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 fontAlgn="base"/>
                <a:endParaRPr lang="zh-CN" altLang="en-US" sz="4400" strike="noStrike" noProof="1">
                  <a:solidFill>
                    <a:schemeClr val="accent2">
                      <a:lumMod val="50000"/>
                    </a:schemeClr>
                  </a:solidFill>
                  <a:latin typeface="汉仪中楷简" panose="02010604000101010101" charset="-122"/>
                  <a:ea typeface="汉仪中楷简" panose="02010604000101010101" charset="-122"/>
                </a:endParaRPr>
              </a:p>
            </p:txBody>
          </p:sp>
          <p:sp>
            <p:nvSpPr>
              <p:cNvPr id="10" name="椭圆 9"/>
              <p:cNvSpPr/>
              <p:nvPr/>
            </p:nvSpPr>
            <p:spPr>
              <a:xfrm>
                <a:off x="2827" y="2908"/>
                <a:ext cx="774" cy="775"/>
              </a:xfrm>
              <a:prstGeom prst="ellipse">
                <a:avLst/>
              </a:prstGeom>
              <a:solidFill>
                <a:schemeClr val="accent2">
                  <a:lumMod val="60000"/>
                  <a:lumOff val="40000"/>
                  <a:alpha val="7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 fontAlgn="base"/>
                <a:endParaRPr lang="zh-CN" altLang="en-US" sz="4400" strike="noStrike" noProof="1">
                  <a:solidFill>
                    <a:schemeClr val="accent2">
                      <a:lumMod val="50000"/>
                    </a:schemeClr>
                  </a:solidFill>
                  <a:latin typeface="汉仪中楷简" panose="02010604000101010101" charset="-122"/>
                  <a:ea typeface="汉仪中楷简" panose="02010604000101010101" charset="-122"/>
                </a:endParaRPr>
              </a:p>
            </p:txBody>
          </p:sp>
          <p:sp>
            <p:nvSpPr>
              <p:cNvPr id="11" name="椭圆 10"/>
              <p:cNvSpPr/>
              <p:nvPr/>
            </p:nvSpPr>
            <p:spPr>
              <a:xfrm>
                <a:off x="2111" y="3196"/>
                <a:ext cx="774" cy="775"/>
              </a:xfrm>
              <a:prstGeom prst="ellipse">
                <a:avLst/>
              </a:prstGeom>
              <a:solidFill>
                <a:schemeClr val="accent2">
                  <a:lumMod val="60000"/>
                  <a:lumOff val="40000"/>
                  <a:alpha val="7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 fontAlgn="base"/>
                <a:endParaRPr lang="zh-CN" altLang="en-US" sz="4400" strike="noStrike" noProof="1">
                  <a:solidFill>
                    <a:schemeClr val="accent2">
                      <a:lumMod val="50000"/>
                    </a:schemeClr>
                  </a:solidFill>
                  <a:latin typeface="汉仪中楷简" panose="02010604000101010101" charset="-122"/>
                  <a:ea typeface="汉仪中楷简" panose="02010604000101010101" charset="-122"/>
                </a:endParaRPr>
              </a:p>
            </p:txBody>
          </p:sp>
          <p:sp>
            <p:nvSpPr>
              <p:cNvPr id="12" name="椭圆 11"/>
              <p:cNvSpPr/>
              <p:nvPr/>
            </p:nvSpPr>
            <p:spPr>
              <a:xfrm>
                <a:off x="1425" y="2893"/>
                <a:ext cx="774" cy="775"/>
              </a:xfrm>
              <a:prstGeom prst="ellipse">
                <a:avLst/>
              </a:prstGeom>
              <a:solidFill>
                <a:schemeClr val="accent2">
                  <a:lumMod val="60000"/>
                  <a:lumOff val="40000"/>
                  <a:alpha val="7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 fontAlgn="base"/>
                <a:endParaRPr lang="zh-CN" altLang="en-US" sz="4400" strike="noStrike" noProof="1">
                  <a:solidFill>
                    <a:schemeClr val="accent2">
                      <a:lumMod val="50000"/>
                    </a:schemeClr>
                  </a:solidFill>
                  <a:latin typeface="汉仪中楷简" panose="02010604000101010101" charset="-122"/>
                  <a:ea typeface="汉仪中楷简" panose="02010604000101010101" charset="-122"/>
                </a:endParaRPr>
              </a:p>
            </p:txBody>
          </p:sp>
          <p:sp>
            <p:nvSpPr>
              <p:cNvPr id="13" name="椭圆 12"/>
              <p:cNvSpPr/>
              <p:nvPr/>
            </p:nvSpPr>
            <p:spPr>
              <a:xfrm>
                <a:off x="1408" y="2119"/>
                <a:ext cx="774" cy="775"/>
              </a:xfrm>
              <a:prstGeom prst="ellipse">
                <a:avLst/>
              </a:prstGeom>
              <a:solidFill>
                <a:schemeClr val="accent2">
                  <a:lumMod val="60000"/>
                  <a:lumOff val="40000"/>
                  <a:alpha val="7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 fontAlgn="base"/>
                <a:endParaRPr lang="zh-CN" altLang="en-US" sz="4400" strike="noStrike" noProof="1">
                  <a:solidFill>
                    <a:schemeClr val="accent2">
                      <a:lumMod val="50000"/>
                    </a:schemeClr>
                  </a:solidFill>
                  <a:latin typeface="汉仪中楷简" panose="02010604000101010101" charset="-122"/>
                  <a:ea typeface="汉仪中楷简" panose="02010604000101010101" charset="-122"/>
                </a:endParaRPr>
              </a:p>
            </p:txBody>
          </p:sp>
          <p:sp>
            <p:nvSpPr>
              <p:cNvPr id="14" name="椭圆 13"/>
              <p:cNvSpPr/>
              <p:nvPr/>
            </p:nvSpPr>
            <p:spPr>
              <a:xfrm>
                <a:off x="1770" y="2154"/>
                <a:ext cx="1456" cy="1437"/>
              </a:xfrm>
              <a:prstGeom prst="ellipse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>
                <a:solidFill>
                  <a:srgbClr val="FFC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 fontAlgn="base"/>
                <a:endParaRPr lang="zh-CN" altLang="en-US" sz="6000" strike="noStrike" noProof="1">
                  <a:solidFill>
                    <a:schemeClr val="accent2">
                      <a:lumMod val="50000"/>
                    </a:schemeClr>
                  </a:solidFill>
                  <a:latin typeface="汉仪中楷简" panose="02010604000101010101" charset="-122"/>
                  <a:ea typeface="汉仪中楷简" panose="02010604000101010101" charset="-122"/>
                </a:endParaRPr>
              </a:p>
            </p:txBody>
          </p:sp>
        </p:grpSp>
        <p:sp>
          <p:nvSpPr>
            <p:cNvPr id="45084" name="文本框 2"/>
            <p:cNvSpPr txBox="1"/>
            <p:nvPr/>
          </p:nvSpPr>
          <p:spPr>
            <a:xfrm>
              <a:off x="1690" y="2632"/>
              <a:ext cx="1248" cy="130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p>
              <a:r>
                <a:rPr lang="zh-CN" altLang="en-US" sz="4800">
                  <a:solidFill>
                    <a:srgbClr val="C55A11"/>
                  </a:solidFill>
                  <a:latin typeface="汉仪中楷简" panose="02010604000101010101" charset="-122"/>
                  <a:ea typeface="汉仪中楷简" panose="02010604000101010101" charset="-122"/>
                  <a:sym typeface="微软雅黑" panose="020B0503020204020204" charset="-122"/>
                </a:rPr>
                <a:t>在</a:t>
              </a:r>
              <a:endParaRPr lang="zh-CN" altLang="en-US" sz="4800">
                <a:solidFill>
                  <a:srgbClr val="C55A11"/>
                </a:solidFill>
                <a:latin typeface="汉仪中楷简" panose="02010604000101010101" charset="-122"/>
                <a:ea typeface="汉仪中楷简" panose="02010604000101010101" charset="-122"/>
                <a:sym typeface="微软雅黑" panose="020B0503020204020204" charset="-122"/>
              </a:endParaRPr>
            </a:p>
          </p:txBody>
        </p:sp>
      </p:grpSp>
      <p:grpSp>
        <p:nvGrpSpPr>
          <p:cNvPr id="15" name="组合 26"/>
          <p:cNvGrpSpPr/>
          <p:nvPr/>
        </p:nvGrpSpPr>
        <p:grpSpPr>
          <a:xfrm>
            <a:off x="7026593" y="2286635"/>
            <a:ext cx="1223962" cy="1241425"/>
            <a:chOff x="5635" y="1710"/>
            <a:chExt cx="2193" cy="2222"/>
          </a:xfrm>
        </p:grpSpPr>
        <p:sp>
          <p:nvSpPr>
            <p:cNvPr id="18" name="椭圆 17"/>
            <p:cNvSpPr/>
            <p:nvPr/>
          </p:nvSpPr>
          <p:spPr>
            <a:xfrm>
              <a:off x="6340" y="1710"/>
              <a:ext cx="774" cy="775"/>
            </a:xfrm>
            <a:prstGeom prst="ellipse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 fontAlgn="base"/>
              <a:endParaRPr lang="zh-CN" altLang="en-US" sz="6000" strike="noStrike" noProof="1">
                <a:solidFill>
                  <a:schemeClr val="tx1"/>
                </a:solidFill>
                <a:latin typeface="汉仪中楷简" panose="02010604000101010101" charset="-122"/>
                <a:ea typeface="汉仪中楷简" panose="02010604000101010101" charset="-122"/>
              </a:endParaRPr>
            </a:p>
          </p:txBody>
        </p:sp>
        <p:sp>
          <p:nvSpPr>
            <p:cNvPr id="19" name="椭圆 18"/>
            <p:cNvSpPr/>
            <p:nvPr/>
          </p:nvSpPr>
          <p:spPr>
            <a:xfrm>
              <a:off x="7019" y="2099"/>
              <a:ext cx="774" cy="775"/>
            </a:xfrm>
            <a:prstGeom prst="ellipse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 fontAlgn="base"/>
              <a:endParaRPr lang="zh-CN" altLang="en-US" sz="6000" strike="noStrike" noProof="1">
                <a:solidFill>
                  <a:schemeClr val="tx1"/>
                </a:solidFill>
                <a:latin typeface="汉仪中楷简" panose="02010604000101010101" charset="-122"/>
                <a:ea typeface="汉仪中楷简" panose="02010604000101010101" charset="-122"/>
              </a:endParaRPr>
            </a:p>
          </p:txBody>
        </p:sp>
        <p:sp>
          <p:nvSpPr>
            <p:cNvPr id="20" name="椭圆 19"/>
            <p:cNvSpPr/>
            <p:nvPr/>
          </p:nvSpPr>
          <p:spPr>
            <a:xfrm>
              <a:off x="7054" y="2870"/>
              <a:ext cx="774" cy="775"/>
            </a:xfrm>
            <a:prstGeom prst="ellipse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 fontAlgn="base"/>
              <a:endParaRPr lang="zh-CN" altLang="en-US" sz="6000" strike="noStrike" noProof="1">
                <a:solidFill>
                  <a:schemeClr val="tx1"/>
                </a:solidFill>
                <a:latin typeface="汉仪中楷简" panose="02010604000101010101" charset="-122"/>
                <a:ea typeface="汉仪中楷简" panose="02010604000101010101" charset="-122"/>
              </a:endParaRPr>
            </a:p>
          </p:txBody>
        </p:sp>
        <p:sp>
          <p:nvSpPr>
            <p:cNvPr id="21" name="椭圆 20"/>
            <p:cNvSpPr/>
            <p:nvPr/>
          </p:nvSpPr>
          <p:spPr>
            <a:xfrm>
              <a:off x="6339" y="3158"/>
              <a:ext cx="774" cy="775"/>
            </a:xfrm>
            <a:prstGeom prst="ellipse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 fontAlgn="base"/>
              <a:endParaRPr lang="zh-CN" altLang="en-US" sz="6000" strike="noStrike" noProof="1">
                <a:solidFill>
                  <a:schemeClr val="tx1"/>
                </a:solidFill>
                <a:latin typeface="汉仪中楷简" panose="02010604000101010101" charset="-122"/>
                <a:ea typeface="汉仪中楷简" panose="02010604000101010101" charset="-122"/>
              </a:endParaRPr>
            </a:p>
          </p:txBody>
        </p:sp>
        <p:sp>
          <p:nvSpPr>
            <p:cNvPr id="22" name="椭圆 21"/>
            <p:cNvSpPr/>
            <p:nvPr/>
          </p:nvSpPr>
          <p:spPr>
            <a:xfrm>
              <a:off x="5653" y="2855"/>
              <a:ext cx="774" cy="775"/>
            </a:xfrm>
            <a:prstGeom prst="ellipse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 fontAlgn="base"/>
              <a:endParaRPr lang="zh-CN" altLang="en-US" sz="6000" strike="noStrike" noProof="1">
                <a:solidFill>
                  <a:schemeClr val="tx1"/>
                </a:solidFill>
                <a:latin typeface="汉仪中楷简" panose="02010604000101010101" charset="-122"/>
                <a:ea typeface="汉仪中楷简" panose="02010604000101010101" charset="-122"/>
              </a:endParaRPr>
            </a:p>
          </p:txBody>
        </p:sp>
        <p:sp>
          <p:nvSpPr>
            <p:cNvPr id="23" name="椭圆 22"/>
            <p:cNvSpPr/>
            <p:nvPr/>
          </p:nvSpPr>
          <p:spPr>
            <a:xfrm>
              <a:off x="5635" y="2081"/>
              <a:ext cx="774" cy="775"/>
            </a:xfrm>
            <a:prstGeom prst="ellipse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 fontAlgn="base"/>
              <a:endParaRPr lang="zh-CN" altLang="en-US" sz="6000" strike="noStrike" noProof="1">
                <a:solidFill>
                  <a:schemeClr val="tx1"/>
                </a:solidFill>
                <a:latin typeface="汉仪中楷简" panose="02010604000101010101" charset="-122"/>
                <a:ea typeface="汉仪中楷简" panose="02010604000101010101" charset="-122"/>
              </a:endParaRPr>
            </a:p>
          </p:txBody>
        </p:sp>
        <p:sp>
          <p:nvSpPr>
            <p:cNvPr id="25" name="椭圆 24"/>
            <p:cNvSpPr/>
            <p:nvPr/>
          </p:nvSpPr>
          <p:spPr>
            <a:xfrm>
              <a:off x="5998" y="2135"/>
              <a:ext cx="1456" cy="1437"/>
            </a:xfrm>
            <a:prstGeom prst="ellipse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 fontAlgn="base"/>
              <a:r>
                <a:rPr lang="zh-CN" altLang="en-US" sz="4800" strike="noStrike" noProof="1">
                  <a:solidFill>
                    <a:schemeClr val="tx1"/>
                  </a:solidFill>
                  <a:latin typeface="汉仪中楷简" panose="02010604000101010101" charset="-122"/>
                  <a:ea typeface="汉仪中楷简" panose="02010604000101010101" charset="-122"/>
                </a:rPr>
                <a:t>休</a:t>
              </a:r>
              <a:endParaRPr lang="zh-CN" altLang="en-US" sz="4800" strike="noStrike" noProof="1">
                <a:solidFill>
                  <a:schemeClr val="tx1"/>
                </a:solidFill>
                <a:latin typeface="汉仪中楷简" panose="02010604000101010101" charset="-122"/>
                <a:ea typeface="汉仪中楷简" panose="02010604000101010101" charset="-122"/>
              </a:endParaRPr>
            </a:p>
          </p:txBody>
        </p:sp>
      </p:grpSp>
      <p:grpSp>
        <p:nvGrpSpPr>
          <p:cNvPr id="26" name="组合 35"/>
          <p:cNvGrpSpPr/>
          <p:nvPr/>
        </p:nvGrpSpPr>
        <p:grpSpPr>
          <a:xfrm>
            <a:off x="5247005" y="2286635"/>
            <a:ext cx="1143000" cy="1158875"/>
            <a:chOff x="1408" y="2337"/>
            <a:chExt cx="1800" cy="1824"/>
          </a:xfrm>
        </p:grpSpPr>
        <p:grpSp>
          <p:nvGrpSpPr>
            <p:cNvPr id="27" name="组合 6"/>
            <p:cNvGrpSpPr/>
            <p:nvPr/>
          </p:nvGrpSpPr>
          <p:grpSpPr>
            <a:xfrm>
              <a:off x="1408" y="2337"/>
              <a:ext cx="1800" cy="1824"/>
              <a:chOff x="1408" y="1748"/>
              <a:chExt cx="2193" cy="2222"/>
            </a:xfrm>
          </p:grpSpPr>
          <p:sp>
            <p:nvSpPr>
              <p:cNvPr id="28" name="椭圆 27"/>
              <p:cNvSpPr/>
              <p:nvPr/>
            </p:nvSpPr>
            <p:spPr>
              <a:xfrm>
                <a:off x="2113" y="1748"/>
                <a:ext cx="774" cy="775"/>
              </a:xfrm>
              <a:prstGeom prst="ellipse">
                <a:avLst/>
              </a:prstGeom>
              <a:solidFill>
                <a:schemeClr val="accent2">
                  <a:lumMod val="60000"/>
                  <a:lumOff val="40000"/>
                  <a:alpha val="7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 fontAlgn="base"/>
                <a:endParaRPr lang="zh-CN" altLang="en-US" sz="4400" strike="noStrike" noProof="1">
                  <a:solidFill>
                    <a:schemeClr val="accent2">
                      <a:lumMod val="50000"/>
                    </a:schemeClr>
                  </a:solidFill>
                  <a:latin typeface="汉仪中楷简" panose="02010604000101010101" charset="-122"/>
                  <a:ea typeface="汉仪中楷简" panose="02010604000101010101" charset="-122"/>
                </a:endParaRPr>
              </a:p>
            </p:txBody>
          </p:sp>
          <p:sp>
            <p:nvSpPr>
              <p:cNvPr id="29" name="椭圆 28"/>
              <p:cNvSpPr/>
              <p:nvPr/>
            </p:nvSpPr>
            <p:spPr>
              <a:xfrm>
                <a:off x="2791" y="2137"/>
                <a:ext cx="774" cy="775"/>
              </a:xfrm>
              <a:prstGeom prst="ellipse">
                <a:avLst/>
              </a:prstGeom>
              <a:solidFill>
                <a:schemeClr val="accent2">
                  <a:lumMod val="60000"/>
                  <a:lumOff val="40000"/>
                  <a:alpha val="7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 fontAlgn="base"/>
                <a:endParaRPr lang="zh-CN" altLang="en-US" sz="4400" strike="noStrike" noProof="1">
                  <a:solidFill>
                    <a:schemeClr val="accent2">
                      <a:lumMod val="50000"/>
                    </a:schemeClr>
                  </a:solidFill>
                  <a:latin typeface="汉仪中楷简" panose="02010604000101010101" charset="-122"/>
                  <a:ea typeface="汉仪中楷简" panose="02010604000101010101" charset="-122"/>
                </a:endParaRPr>
              </a:p>
            </p:txBody>
          </p:sp>
          <p:sp>
            <p:nvSpPr>
              <p:cNvPr id="30" name="椭圆 29"/>
              <p:cNvSpPr/>
              <p:nvPr/>
            </p:nvSpPr>
            <p:spPr>
              <a:xfrm>
                <a:off x="2827" y="2908"/>
                <a:ext cx="774" cy="775"/>
              </a:xfrm>
              <a:prstGeom prst="ellipse">
                <a:avLst/>
              </a:prstGeom>
              <a:solidFill>
                <a:schemeClr val="accent2">
                  <a:lumMod val="60000"/>
                  <a:lumOff val="40000"/>
                  <a:alpha val="7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 fontAlgn="base"/>
                <a:endParaRPr lang="zh-CN" altLang="en-US" sz="4400" strike="noStrike" noProof="1">
                  <a:solidFill>
                    <a:schemeClr val="accent2">
                      <a:lumMod val="50000"/>
                    </a:schemeClr>
                  </a:solidFill>
                  <a:latin typeface="汉仪中楷简" panose="02010604000101010101" charset="-122"/>
                  <a:ea typeface="汉仪中楷简" panose="02010604000101010101" charset="-122"/>
                </a:endParaRPr>
              </a:p>
            </p:txBody>
          </p:sp>
          <p:sp>
            <p:nvSpPr>
              <p:cNvPr id="31" name="椭圆 30"/>
              <p:cNvSpPr/>
              <p:nvPr/>
            </p:nvSpPr>
            <p:spPr>
              <a:xfrm>
                <a:off x="2111" y="3196"/>
                <a:ext cx="774" cy="775"/>
              </a:xfrm>
              <a:prstGeom prst="ellipse">
                <a:avLst/>
              </a:prstGeom>
              <a:solidFill>
                <a:schemeClr val="accent2">
                  <a:lumMod val="60000"/>
                  <a:lumOff val="40000"/>
                  <a:alpha val="7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 fontAlgn="base"/>
                <a:endParaRPr lang="zh-CN" altLang="en-US" sz="4400" strike="noStrike" noProof="1">
                  <a:solidFill>
                    <a:schemeClr val="accent2">
                      <a:lumMod val="50000"/>
                    </a:schemeClr>
                  </a:solidFill>
                  <a:latin typeface="汉仪中楷简" panose="02010604000101010101" charset="-122"/>
                  <a:ea typeface="汉仪中楷简" panose="02010604000101010101" charset="-122"/>
                </a:endParaRPr>
              </a:p>
            </p:txBody>
          </p:sp>
          <p:sp>
            <p:nvSpPr>
              <p:cNvPr id="32" name="椭圆 31"/>
              <p:cNvSpPr/>
              <p:nvPr/>
            </p:nvSpPr>
            <p:spPr>
              <a:xfrm>
                <a:off x="1425" y="2893"/>
                <a:ext cx="774" cy="775"/>
              </a:xfrm>
              <a:prstGeom prst="ellipse">
                <a:avLst/>
              </a:prstGeom>
              <a:solidFill>
                <a:schemeClr val="accent2">
                  <a:lumMod val="60000"/>
                  <a:lumOff val="40000"/>
                  <a:alpha val="7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 fontAlgn="base"/>
                <a:endParaRPr lang="zh-CN" altLang="en-US" sz="4400" strike="noStrike" noProof="1">
                  <a:solidFill>
                    <a:schemeClr val="accent2">
                      <a:lumMod val="50000"/>
                    </a:schemeClr>
                  </a:solidFill>
                  <a:latin typeface="汉仪中楷简" panose="02010604000101010101" charset="-122"/>
                  <a:ea typeface="汉仪中楷简" panose="02010604000101010101" charset="-122"/>
                </a:endParaRPr>
              </a:p>
            </p:txBody>
          </p:sp>
          <p:sp>
            <p:nvSpPr>
              <p:cNvPr id="33" name="椭圆 32"/>
              <p:cNvSpPr/>
              <p:nvPr/>
            </p:nvSpPr>
            <p:spPr>
              <a:xfrm>
                <a:off x="1408" y="2119"/>
                <a:ext cx="774" cy="775"/>
              </a:xfrm>
              <a:prstGeom prst="ellipse">
                <a:avLst/>
              </a:prstGeom>
              <a:solidFill>
                <a:schemeClr val="accent2">
                  <a:lumMod val="60000"/>
                  <a:lumOff val="40000"/>
                  <a:alpha val="7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 fontAlgn="base"/>
                <a:endParaRPr lang="zh-CN" altLang="en-US" sz="4400" strike="noStrike" noProof="1">
                  <a:solidFill>
                    <a:schemeClr val="accent2">
                      <a:lumMod val="50000"/>
                    </a:schemeClr>
                  </a:solidFill>
                  <a:latin typeface="汉仪中楷简" panose="02010604000101010101" charset="-122"/>
                  <a:ea typeface="汉仪中楷简" panose="02010604000101010101" charset="-122"/>
                </a:endParaRPr>
              </a:p>
            </p:txBody>
          </p:sp>
          <p:sp>
            <p:nvSpPr>
              <p:cNvPr id="34" name="椭圆 33"/>
              <p:cNvSpPr/>
              <p:nvPr/>
            </p:nvSpPr>
            <p:spPr>
              <a:xfrm>
                <a:off x="1770" y="2154"/>
                <a:ext cx="1456" cy="1437"/>
              </a:xfrm>
              <a:prstGeom prst="ellipse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>
                <a:solidFill>
                  <a:srgbClr val="FFC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 fontAlgn="base"/>
                <a:endParaRPr lang="zh-CN" altLang="en-US" sz="6000" strike="noStrike" noProof="1">
                  <a:solidFill>
                    <a:schemeClr val="accent2">
                      <a:lumMod val="50000"/>
                    </a:schemeClr>
                  </a:solidFill>
                  <a:latin typeface="汉仪中楷简" panose="02010604000101010101" charset="-122"/>
                  <a:ea typeface="汉仪中楷简" panose="02010604000101010101" charset="-122"/>
                </a:endParaRPr>
              </a:p>
            </p:txBody>
          </p:sp>
        </p:grpSp>
        <p:sp>
          <p:nvSpPr>
            <p:cNvPr id="35" name="文本框 2"/>
            <p:cNvSpPr txBox="1"/>
            <p:nvPr/>
          </p:nvSpPr>
          <p:spPr>
            <a:xfrm>
              <a:off x="1690" y="2632"/>
              <a:ext cx="1248" cy="130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p>
              <a:r>
                <a:rPr lang="zh-CN" altLang="en-US" sz="4800">
                  <a:solidFill>
                    <a:srgbClr val="C55A11"/>
                  </a:solidFill>
                  <a:latin typeface="汉仪中楷简" panose="02010604000101010101" charset="-122"/>
                  <a:ea typeface="汉仪中楷简" panose="02010604000101010101" charset="-122"/>
                  <a:sym typeface="微软雅黑" panose="020B0503020204020204" charset="-122"/>
                </a:rPr>
                <a:t>体</a:t>
              </a:r>
              <a:endParaRPr lang="zh-CN" altLang="en-US" sz="4800">
                <a:solidFill>
                  <a:srgbClr val="C55A11"/>
                </a:solidFill>
                <a:latin typeface="汉仪中楷简" panose="02010604000101010101" charset="-122"/>
                <a:ea typeface="汉仪中楷简" panose="02010604000101010101" charset="-122"/>
                <a:sym typeface="微软雅黑" panose="020B0503020204020204" charset="-122"/>
              </a:endParaRPr>
            </a:p>
          </p:txBody>
        </p:sp>
      </p:grpSp>
      <p:sp>
        <p:nvSpPr>
          <p:cNvPr id="36" name="文本框 35"/>
          <p:cNvSpPr txBox="1"/>
          <p:nvPr/>
        </p:nvSpPr>
        <p:spPr>
          <a:xfrm>
            <a:off x="1459230" y="3723640"/>
            <a:ext cx="10730865" cy="86614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40000"/>
              </a:lnSpc>
            </a:pPr>
            <a:r>
              <a:rPr lang="en-US" altLang="zh-CN" sz="3600" spc="-200" dirty="0">
                <a:solidFill>
                  <a:schemeClr val="tx1"/>
                </a:solidFill>
                <a:uFillTx/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1.</a:t>
            </a:r>
            <a:r>
              <a:rPr lang="zh-CN" altLang="en-US" sz="3600" spc="-200" dirty="0">
                <a:solidFill>
                  <a:schemeClr val="tx1"/>
                </a:solidFill>
                <a:uFillTx/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我刚（    ）商场出口跟王阿姨说了（    ）见。</a:t>
            </a:r>
            <a:endParaRPr lang="zh-CN" altLang="en-US" sz="3600" spc="-200" dirty="0">
              <a:solidFill>
                <a:schemeClr val="tx1"/>
              </a:solidFill>
              <a:uFillTx/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+mn-ea"/>
            </a:endParaRPr>
          </a:p>
        </p:txBody>
      </p:sp>
      <p:sp>
        <p:nvSpPr>
          <p:cNvPr id="45" name="文本框 44"/>
          <p:cNvSpPr txBox="1"/>
          <p:nvPr/>
        </p:nvSpPr>
        <p:spPr>
          <a:xfrm>
            <a:off x="1459230" y="4603750"/>
            <a:ext cx="10179050" cy="86614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40000"/>
              </a:lnSpc>
            </a:pPr>
            <a:r>
              <a:rPr lang="en-US" altLang="zh-CN" sz="3600" spc="-200" dirty="0">
                <a:solidFill>
                  <a:schemeClr val="tx1"/>
                </a:solidFill>
                <a:uFillTx/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2.</a:t>
            </a:r>
            <a:r>
              <a:rPr lang="zh-CN" altLang="en-US" sz="3600" spc="-200" dirty="0">
                <a:solidFill>
                  <a:schemeClr val="tx1"/>
                </a:solidFill>
                <a:uFillTx/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他生病了，（    ）育课只能坐在一旁（    ）息。</a:t>
            </a:r>
            <a:endParaRPr lang="zh-CN" altLang="en-US" sz="3600" spc="-200" dirty="0">
              <a:solidFill>
                <a:schemeClr val="tx1"/>
              </a:solidFill>
              <a:uFillTx/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+mn-ea"/>
            </a:endParaRPr>
          </a:p>
        </p:txBody>
      </p:sp>
      <p:sp>
        <p:nvSpPr>
          <p:cNvPr id="44" name="矩形 43"/>
          <p:cNvSpPr/>
          <p:nvPr/>
        </p:nvSpPr>
        <p:spPr>
          <a:xfrm>
            <a:off x="3289300" y="3795395"/>
            <a:ext cx="795020" cy="829945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</a:bodyPr>
          <a:p>
            <a:pPr algn="ctr"/>
            <a:r>
              <a:rPr lang="zh-CN" altLang="en-US" sz="4800" b="1"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楷体" panose="02010609060101010101" charset="-122"/>
                <a:ea typeface="楷体" panose="02010609060101010101" charset="-122"/>
              </a:rPr>
              <a:t>在</a:t>
            </a:r>
            <a:endParaRPr lang="zh-CN" altLang="en-US" sz="4800" b="1">
              <a:solidFill>
                <a:srgbClr val="FF000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46" name="矩形 45"/>
          <p:cNvSpPr/>
          <p:nvPr/>
        </p:nvSpPr>
        <p:spPr>
          <a:xfrm>
            <a:off x="9283700" y="3800475"/>
            <a:ext cx="795020" cy="829945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</a:bodyPr>
          <a:p>
            <a:pPr algn="ctr"/>
            <a:r>
              <a:rPr lang="zh-CN" altLang="en-US" sz="4800" b="1"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楷体" panose="02010609060101010101" charset="-122"/>
                <a:ea typeface="楷体" panose="02010609060101010101" charset="-122"/>
              </a:rPr>
              <a:t>再</a:t>
            </a:r>
            <a:endParaRPr lang="zh-CN" altLang="en-US" sz="4800" b="1">
              <a:solidFill>
                <a:srgbClr val="FF000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47" name="矩形 46"/>
          <p:cNvSpPr/>
          <p:nvPr/>
        </p:nvSpPr>
        <p:spPr>
          <a:xfrm>
            <a:off x="4565650" y="4711065"/>
            <a:ext cx="795020" cy="829945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</a:bodyPr>
          <a:p>
            <a:pPr algn="ctr"/>
            <a:r>
              <a:rPr lang="zh-CN" altLang="en-US" sz="4800" b="1"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楷体" panose="02010609060101010101" charset="-122"/>
                <a:ea typeface="楷体" panose="02010609060101010101" charset="-122"/>
              </a:rPr>
              <a:t>体</a:t>
            </a:r>
            <a:endParaRPr lang="zh-CN" altLang="en-US" sz="4800" b="1">
              <a:solidFill>
                <a:srgbClr val="FF000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49" name="矩形 48"/>
          <p:cNvSpPr/>
          <p:nvPr/>
        </p:nvSpPr>
        <p:spPr>
          <a:xfrm>
            <a:off x="9705340" y="4682490"/>
            <a:ext cx="795020" cy="829945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</a:bodyPr>
          <a:p>
            <a:pPr algn="ctr"/>
            <a:r>
              <a:rPr lang="zh-CN" altLang="en-US" sz="4800" b="1"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楷体" panose="02010609060101010101" charset="-122"/>
                <a:ea typeface="楷体" panose="02010609060101010101" charset="-122"/>
              </a:rPr>
              <a:t>休 </a:t>
            </a:r>
            <a:endParaRPr lang="zh-CN" altLang="en-US" sz="4800" b="1">
              <a:solidFill>
                <a:srgbClr val="FF000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楷体" panose="02010609060101010101" charset="-122"/>
              <a:ea typeface="楷体" panose="02010609060101010101" charset="-122"/>
            </a:endParaRPr>
          </a:p>
        </p:txBody>
      </p:sp>
    </p:spTree>
    <p:custDataLst>
      <p:tags r:id="rId2"/>
    </p:custDataLst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" grpId="0"/>
      <p:bldP spid="46" grpId="0"/>
      <p:bldP spid="47" grpId="0"/>
      <p:bldP spid="49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书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920750" y="751840"/>
            <a:ext cx="1527175" cy="1623060"/>
          </a:xfrm>
          <a:prstGeom prst="rect">
            <a:avLst/>
          </a:prstGeom>
        </p:spPr>
      </p:pic>
      <p:sp>
        <p:nvSpPr>
          <p:cNvPr id="48" name="文本框 3"/>
          <p:cNvSpPr txBox="1"/>
          <p:nvPr/>
        </p:nvSpPr>
        <p:spPr>
          <a:xfrm>
            <a:off x="2237105" y="1271270"/>
            <a:ext cx="8218805" cy="58356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pPr algn="ctr" eaLnBrk="0" fontAlgn="auto" hangingPunct="0"/>
            <a:r>
              <a:rPr lang="zh-CN" altLang="en-US" sz="3200" spc="200" noProof="1">
                <a:solidFill>
                  <a:srgbClr val="E68200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比一比，看谁先从字典里查出下面的字。</a:t>
            </a:r>
            <a:endParaRPr lang="zh-CN" altLang="en-US" sz="3200" spc="200" noProof="1">
              <a:solidFill>
                <a:srgbClr val="E68200"/>
              </a:solidFill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graphicFrame>
        <p:nvGraphicFramePr>
          <p:cNvPr id="3" name="表格 2"/>
          <p:cNvGraphicFramePr/>
          <p:nvPr/>
        </p:nvGraphicFramePr>
        <p:xfrm>
          <a:off x="1506220" y="2124710"/>
          <a:ext cx="9355455" cy="4109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73960"/>
                <a:gridCol w="1707515"/>
                <a:gridCol w="1765935"/>
                <a:gridCol w="1604010"/>
                <a:gridCol w="1804035"/>
              </a:tblGrid>
              <a:tr h="10668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3200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rPr>
                        <a:t>生 字</a:t>
                      </a:r>
                      <a:endParaRPr lang="zh-CN" altLang="en-US" sz="3200">
                        <a:solidFill>
                          <a:schemeClr val="tx1"/>
                        </a:solidFill>
                        <a:latin typeface="黑体" panose="02010609060101010101" charset="-122"/>
                        <a:ea typeface="黑体" panose="02010609060101010101" charset="-122"/>
                      </a:endParaRPr>
                    </a:p>
                  </a:txBody>
                  <a:tcPr anchor="ctr" anchorCtr="0">
                    <a:solidFill>
                      <a:schemeClr val="accent4">
                        <a:lumMod val="60000"/>
                        <a:lumOff val="40000"/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3200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rPr>
                        <a:t>大写</a:t>
                      </a:r>
                      <a:endParaRPr lang="zh-CN" altLang="en-US" sz="3200">
                        <a:solidFill>
                          <a:schemeClr val="tx1"/>
                        </a:solidFill>
                        <a:latin typeface="黑体" panose="02010609060101010101" charset="-122"/>
                        <a:ea typeface="黑体" panose="02010609060101010101" charset="-122"/>
                      </a:endParaRPr>
                    </a:p>
                    <a:p>
                      <a:pPr algn="ctr">
                        <a:buNone/>
                      </a:pPr>
                      <a:r>
                        <a:rPr lang="zh-CN" altLang="en-US" sz="3200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rPr>
                        <a:t>字母</a:t>
                      </a:r>
                      <a:endParaRPr lang="zh-CN" altLang="en-US" sz="3200">
                        <a:solidFill>
                          <a:schemeClr val="tx1"/>
                        </a:solidFill>
                        <a:latin typeface="黑体" panose="02010609060101010101" charset="-122"/>
                        <a:ea typeface="黑体" panose="02010609060101010101" charset="-122"/>
                      </a:endParaRPr>
                    </a:p>
                  </a:txBody>
                  <a:tcPr anchor="ctr" anchorCtr="0">
                    <a:solidFill>
                      <a:schemeClr val="accent6">
                        <a:lumMod val="40000"/>
                        <a:lumOff val="60000"/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3200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rPr>
                        <a:t>音 节</a:t>
                      </a:r>
                      <a:endParaRPr lang="zh-CN" altLang="en-US" sz="3200">
                        <a:solidFill>
                          <a:schemeClr val="tx1"/>
                        </a:solidFill>
                        <a:latin typeface="黑体" panose="02010609060101010101" charset="-122"/>
                        <a:ea typeface="黑体" panose="02010609060101010101" charset="-122"/>
                      </a:endParaRPr>
                    </a:p>
                  </a:txBody>
                  <a:tcPr anchor="ctr" anchorCtr="0">
                    <a:solidFill>
                      <a:schemeClr val="accent2">
                        <a:lumMod val="40000"/>
                        <a:lumOff val="60000"/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3200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rPr>
                        <a:t>页 码</a:t>
                      </a:r>
                      <a:endParaRPr lang="zh-CN" altLang="en-US" sz="3200">
                        <a:solidFill>
                          <a:schemeClr val="tx1"/>
                        </a:solidFill>
                        <a:latin typeface="黑体" panose="02010609060101010101" charset="-122"/>
                        <a:ea typeface="黑体" panose="02010609060101010101" charset="-122"/>
                      </a:endParaRPr>
                    </a:p>
                  </a:txBody>
                  <a:tcPr anchor="ctr" anchorCtr="0">
                    <a:solidFill>
                      <a:srgbClr val="CEC0C8">
                        <a:alpha val="70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3200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rPr>
                        <a:t>组 词</a:t>
                      </a:r>
                      <a:endParaRPr lang="zh-CN" altLang="en-US" sz="3200">
                        <a:solidFill>
                          <a:schemeClr val="tx1"/>
                        </a:solidFill>
                        <a:latin typeface="黑体" panose="02010609060101010101" charset="-122"/>
                        <a:ea typeface="黑体" panose="02010609060101010101" charset="-122"/>
                      </a:endParaRPr>
                    </a:p>
                  </a:txBody>
                  <a:tcPr anchor="ctr" anchorCtr="0">
                    <a:solidFill>
                      <a:schemeClr val="accent5">
                        <a:lumMod val="40000"/>
                        <a:lumOff val="60000"/>
                        <a:alpha val="60000"/>
                      </a:schemeClr>
                    </a:solidFill>
                  </a:tcPr>
                </a:tc>
              </a:tr>
              <a:tr h="60833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3200" dirty="0">
                          <a:latin typeface="+mn-ea"/>
                          <a:cs typeface="+mn-ea"/>
                          <a:sym typeface="+mn-ea"/>
                        </a:rPr>
                        <a:t>溪</a:t>
                      </a:r>
                      <a:endParaRPr lang="zh-CN" altLang="en-US" sz="3200" dirty="0">
                        <a:latin typeface="+mn-ea"/>
                        <a:cs typeface="+mn-ea"/>
                        <a:sym typeface="+mn-ea"/>
                      </a:endParaRPr>
                    </a:p>
                  </a:txBody>
                  <a:tcPr anchor="ctr" anchorCtr="0">
                    <a:solidFill>
                      <a:schemeClr val="accent4">
                        <a:lumMod val="60000"/>
                        <a:lumOff val="40000"/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US" altLang="zh-CN" sz="3200">
                        <a:latin typeface="GB Pinyinok-D" panose="02010601030101010101" charset="-122"/>
                        <a:ea typeface="GB Pinyinok-D" panose="02010601030101010101" charset="-122"/>
                      </a:endParaRPr>
                    </a:p>
                  </a:txBody>
                  <a:tcPr anchor="ctr" anchorCtr="0">
                    <a:solidFill>
                      <a:schemeClr val="accent6">
                        <a:lumMod val="40000"/>
                        <a:lumOff val="60000"/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US" altLang="zh-CN" sz="3200" b="1">
                        <a:latin typeface="GB Pinyinok-D" panose="02010601030101010101" charset="-122"/>
                        <a:ea typeface="GB Pinyinok-D" panose="02010601030101010101" charset="-122"/>
                      </a:endParaRPr>
                    </a:p>
                  </a:txBody>
                  <a:tcPr anchor="ctr" anchorCtr="0">
                    <a:solidFill>
                      <a:schemeClr val="accent2">
                        <a:lumMod val="40000"/>
                        <a:lumOff val="60000"/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US" altLang="zh-CN" sz="3200">
                        <a:latin typeface="+mn-ea"/>
                      </a:endParaRPr>
                    </a:p>
                  </a:txBody>
                  <a:tcPr anchor="ctr" anchorCtr="0">
                    <a:solidFill>
                      <a:srgbClr val="CEC0C8">
                        <a:alpha val="70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3200">
                        <a:latin typeface="+mn-ea"/>
                      </a:endParaRPr>
                    </a:p>
                  </a:txBody>
                  <a:tcPr anchor="ctr" anchorCtr="0">
                    <a:solidFill>
                      <a:schemeClr val="accent5">
                        <a:lumMod val="40000"/>
                        <a:lumOff val="60000"/>
                        <a:alpha val="60000"/>
                      </a:schemeClr>
                    </a:solidFill>
                  </a:tcPr>
                </a:tc>
              </a:tr>
              <a:tr h="60896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3200" dirty="0">
                          <a:latin typeface="+mn-ea"/>
                          <a:cs typeface="+mn-ea"/>
                          <a:sym typeface="宋体" panose="02010600030101010101" pitchFamily="2" charset="-122"/>
                        </a:rPr>
                        <a:t>解</a:t>
                      </a:r>
                      <a:endParaRPr lang="zh-CN" altLang="en-US" sz="3200" dirty="0">
                        <a:latin typeface="+mn-ea"/>
                        <a:cs typeface="+mn-ea"/>
                        <a:sym typeface="宋体" panose="02010600030101010101" pitchFamily="2" charset="-122"/>
                      </a:endParaRPr>
                    </a:p>
                  </a:txBody>
                  <a:tcPr anchor="ctr" anchorCtr="0">
                    <a:solidFill>
                      <a:schemeClr val="accent4">
                        <a:lumMod val="60000"/>
                        <a:lumOff val="40000"/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3200">
                        <a:latin typeface="+mn-ea"/>
                      </a:endParaRPr>
                    </a:p>
                  </a:txBody>
                  <a:tcPr anchor="ctr" anchorCtr="0">
                    <a:solidFill>
                      <a:schemeClr val="accent6">
                        <a:lumMod val="40000"/>
                        <a:lumOff val="60000"/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3200">
                        <a:latin typeface="+mn-ea"/>
                      </a:endParaRPr>
                    </a:p>
                  </a:txBody>
                  <a:tcPr anchor="ctr" anchorCtr="0">
                    <a:solidFill>
                      <a:schemeClr val="accent2">
                        <a:lumMod val="40000"/>
                        <a:lumOff val="60000"/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3200">
                        <a:latin typeface="+mn-ea"/>
                      </a:endParaRPr>
                    </a:p>
                  </a:txBody>
                  <a:tcPr anchor="ctr" anchorCtr="0">
                    <a:solidFill>
                      <a:srgbClr val="CEC0C8">
                        <a:alpha val="70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3200">
                        <a:latin typeface="+mn-ea"/>
                      </a:endParaRPr>
                    </a:p>
                  </a:txBody>
                  <a:tcPr anchor="ctr" anchorCtr="0">
                    <a:solidFill>
                      <a:schemeClr val="accent5">
                        <a:lumMod val="40000"/>
                        <a:lumOff val="60000"/>
                        <a:alpha val="60000"/>
                      </a:schemeClr>
                    </a:solidFill>
                  </a:tcPr>
                </a:tc>
              </a:tr>
              <a:tr h="60896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3200" dirty="0">
                          <a:latin typeface="+mn-ea"/>
                          <a:cs typeface="+mn-ea"/>
                          <a:sym typeface="宋体" panose="02010600030101010101" pitchFamily="2" charset="-122"/>
                        </a:rPr>
                        <a:t>准</a:t>
                      </a:r>
                      <a:endParaRPr lang="zh-CN" altLang="en-US" sz="3200" dirty="0">
                        <a:latin typeface="+mn-ea"/>
                        <a:cs typeface="+mn-ea"/>
                        <a:sym typeface="宋体" panose="02010600030101010101" pitchFamily="2" charset="-122"/>
                      </a:endParaRPr>
                    </a:p>
                  </a:txBody>
                  <a:tcPr anchor="ctr" anchorCtr="0">
                    <a:solidFill>
                      <a:schemeClr val="accent4">
                        <a:lumMod val="60000"/>
                        <a:lumOff val="40000"/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3200">
                        <a:latin typeface="+mn-ea"/>
                      </a:endParaRPr>
                    </a:p>
                  </a:txBody>
                  <a:tcPr anchor="ctr" anchorCtr="0">
                    <a:solidFill>
                      <a:schemeClr val="accent6">
                        <a:lumMod val="40000"/>
                        <a:lumOff val="60000"/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3200">
                        <a:latin typeface="+mn-ea"/>
                      </a:endParaRPr>
                    </a:p>
                  </a:txBody>
                  <a:tcPr anchor="ctr" anchorCtr="0">
                    <a:solidFill>
                      <a:schemeClr val="accent2">
                        <a:lumMod val="40000"/>
                        <a:lumOff val="60000"/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3200">
                        <a:latin typeface="+mn-ea"/>
                      </a:endParaRPr>
                    </a:p>
                  </a:txBody>
                  <a:tcPr anchor="ctr" anchorCtr="0">
                    <a:solidFill>
                      <a:srgbClr val="CEC0C8">
                        <a:alpha val="70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3200">
                        <a:latin typeface="+mn-ea"/>
                      </a:endParaRPr>
                    </a:p>
                  </a:txBody>
                  <a:tcPr anchor="ctr" anchorCtr="0">
                    <a:solidFill>
                      <a:schemeClr val="accent5">
                        <a:lumMod val="40000"/>
                        <a:lumOff val="60000"/>
                        <a:alpha val="60000"/>
                      </a:schemeClr>
                    </a:solidFill>
                  </a:tcPr>
                </a:tc>
              </a:tr>
              <a:tr h="60833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3200" dirty="0">
                          <a:latin typeface="+mn-ea"/>
                          <a:cs typeface="+mn-ea"/>
                          <a:sym typeface="宋体" panose="02010600030101010101" pitchFamily="2" charset="-122"/>
                        </a:rPr>
                        <a:t>楼</a:t>
                      </a:r>
                      <a:endParaRPr lang="zh-CN" altLang="en-US" sz="3200" dirty="0">
                        <a:latin typeface="+mn-ea"/>
                        <a:cs typeface="+mn-ea"/>
                        <a:sym typeface="宋体" panose="02010600030101010101" pitchFamily="2" charset="-122"/>
                      </a:endParaRPr>
                    </a:p>
                  </a:txBody>
                  <a:tcPr anchor="ctr" anchorCtr="0">
                    <a:solidFill>
                      <a:schemeClr val="accent4">
                        <a:lumMod val="60000"/>
                        <a:lumOff val="40000"/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3200">
                        <a:latin typeface="+mn-ea"/>
                      </a:endParaRPr>
                    </a:p>
                  </a:txBody>
                  <a:tcPr anchor="ctr" anchorCtr="0">
                    <a:solidFill>
                      <a:schemeClr val="accent6">
                        <a:lumMod val="40000"/>
                        <a:lumOff val="60000"/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3200">
                        <a:latin typeface="+mn-ea"/>
                      </a:endParaRPr>
                    </a:p>
                  </a:txBody>
                  <a:tcPr anchor="ctr" anchorCtr="0">
                    <a:solidFill>
                      <a:schemeClr val="accent2">
                        <a:lumMod val="40000"/>
                        <a:lumOff val="60000"/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3200">
                        <a:latin typeface="+mn-ea"/>
                      </a:endParaRPr>
                    </a:p>
                  </a:txBody>
                  <a:tcPr anchor="ctr" anchorCtr="0">
                    <a:solidFill>
                      <a:srgbClr val="CEC0C8">
                        <a:alpha val="70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3200">
                        <a:latin typeface="+mn-ea"/>
                      </a:endParaRPr>
                    </a:p>
                  </a:txBody>
                  <a:tcPr anchor="ctr" anchorCtr="0">
                    <a:solidFill>
                      <a:schemeClr val="accent5">
                        <a:lumMod val="40000"/>
                        <a:lumOff val="60000"/>
                        <a:alpha val="60000"/>
                      </a:schemeClr>
                    </a:solidFill>
                  </a:tcPr>
                </a:tc>
              </a:tr>
              <a:tr h="60833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3200" dirty="0">
                          <a:latin typeface="+mn-ea"/>
                          <a:sym typeface="宋体" panose="02010600030101010101" pitchFamily="2" charset="-122"/>
                        </a:rPr>
                        <a:t>伯</a:t>
                      </a:r>
                      <a:endParaRPr lang="zh-CN" altLang="en-US" sz="3200" dirty="0">
                        <a:latin typeface="+mn-ea"/>
                        <a:sym typeface="宋体" panose="02010600030101010101" pitchFamily="2" charset="-122"/>
                      </a:endParaRPr>
                    </a:p>
                  </a:txBody>
                  <a:tcPr anchor="ctr" anchorCtr="0">
                    <a:solidFill>
                      <a:schemeClr val="accent4">
                        <a:lumMod val="60000"/>
                        <a:lumOff val="40000"/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3200">
                        <a:latin typeface="+mn-ea"/>
                      </a:endParaRPr>
                    </a:p>
                  </a:txBody>
                  <a:tcPr anchor="ctr" anchorCtr="0">
                    <a:solidFill>
                      <a:schemeClr val="accent6">
                        <a:lumMod val="40000"/>
                        <a:lumOff val="60000"/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3200">
                        <a:latin typeface="+mn-ea"/>
                      </a:endParaRPr>
                    </a:p>
                  </a:txBody>
                  <a:tcPr anchor="ctr" anchorCtr="0">
                    <a:solidFill>
                      <a:schemeClr val="accent2">
                        <a:lumMod val="40000"/>
                        <a:lumOff val="60000"/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3200">
                        <a:latin typeface="+mn-ea"/>
                      </a:endParaRPr>
                    </a:p>
                  </a:txBody>
                  <a:tcPr anchor="ctr" anchorCtr="0">
                    <a:solidFill>
                      <a:srgbClr val="CEC0C8">
                        <a:alpha val="70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3200">
                        <a:latin typeface="+mn-ea"/>
                      </a:endParaRPr>
                    </a:p>
                  </a:txBody>
                  <a:tcPr anchor="ctr" anchorCtr="0">
                    <a:solidFill>
                      <a:schemeClr val="accent5">
                        <a:lumMod val="40000"/>
                        <a:lumOff val="60000"/>
                        <a:alpha val="6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9" name="矩形 8"/>
          <p:cNvSpPr/>
          <p:nvPr/>
        </p:nvSpPr>
        <p:spPr>
          <a:xfrm>
            <a:off x="4642010" y="3831273"/>
            <a:ext cx="400685" cy="58356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algn="ctr" eaLnBrk="1" hangingPunct="1"/>
            <a:r>
              <a:rPr lang="en-US" altLang="zh-CN" sz="3200" dirty="0">
                <a:solidFill>
                  <a:srgbClr val="0000FF"/>
                </a:solidFill>
                <a:uFillTx/>
                <a:latin typeface="GB Pinyinok-D" panose="02010601030101010101" charset="-122"/>
                <a:ea typeface="GB Pinyinok-D" panose="02010601030101010101" charset="-122"/>
              </a:rPr>
              <a:t>J</a:t>
            </a:r>
            <a:endParaRPr lang="en-US" altLang="zh-CN" sz="3200" dirty="0">
              <a:solidFill>
                <a:srgbClr val="0000FF"/>
              </a:solidFill>
              <a:uFillTx/>
              <a:latin typeface="GB Pinyinok-D" panose="02010601030101010101" charset="-122"/>
              <a:ea typeface="GB Pinyinok-D" panose="02010601030101010101" charset="-122"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6253322" y="3851593"/>
            <a:ext cx="595630" cy="58356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algn="ctr" eaLnBrk="1" hangingPunct="1"/>
            <a:r>
              <a:rPr lang="en-US" altLang="zh-CN" sz="3200" b="1" dirty="0">
                <a:solidFill>
                  <a:srgbClr val="0000FF"/>
                </a:solidFill>
                <a:uFillTx/>
                <a:latin typeface="GB Pinyinok-D" panose="02010601030101010101" charset="-122"/>
                <a:ea typeface="GB Pinyinok-D" panose="02010601030101010101" charset="-122"/>
              </a:rPr>
              <a:t>jie</a:t>
            </a:r>
            <a:endParaRPr lang="en-US" altLang="zh-CN" sz="3200" b="1" dirty="0">
              <a:solidFill>
                <a:srgbClr val="0000FF"/>
              </a:solidFill>
              <a:uFillTx/>
              <a:latin typeface="GB Pinyinok-D" panose="02010601030101010101" charset="-122"/>
              <a:ea typeface="GB Pinyinok-D" panose="02010601030101010101" charset="-122"/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7832249" y="3843973"/>
            <a:ext cx="798195" cy="58356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algn="ctr" eaLnBrk="1" hangingPunct="1"/>
            <a:r>
              <a:rPr lang="en-US" altLang="zh-CN" sz="3200" b="1" dirty="0">
                <a:solidFill>
                  <a:srgbClr val="7030A0"/>
                </a:solidFill>
                <a:latin typeface="楷体" panose="02010609060101010101" charset="-122"/>
                <a:ea typeface="楷体" panose="02010609060101010101" charset="-122"/>
                <a:sym typeface="+mn-ea"/>
              </a:rPr>
              <a:t>241</a:t>
            </a:r>
            <a:endParaRPr lang="en-US" altLang="zh-CN" sz="3200" b="1" dirty="0">
              <a:solidFill>
                <a:srgbClr val="7030A0"/>
              </a:solidFill>
              <a:latin typeface="楷体" panose="02010609060101010101" charset="-122"/>
              <a:ea typeface="楷体" panose="02010609060101010101" charset="-122"/>
              <a:sym typeface="+mn-ea"/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9410224" y="3811905"/>
            <a:ext cx="999490" cy="58356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algn="ctr" eaLnBrk="1" hangingPunct="1"/>
            <a:r>
              <a:rPr lang="zh-CN" altLang="en-US" sz="3200" b="1" dirty="0">
                <a:solidFill>
                  <a:schemeClr val="accent5">
                    <a:lumMod val="75000"/>
                  </a:schemeClr>
                </a:solidFill>
                <a:uFillTx/>
                <a:latin typeface="楷体" panose="02010609060101010101" charset="-122"/>
                <a:ea typeface="楷体" panose="02010609060101010101" charset="-122"/>
              </a:rPr>
              <a:t>解决</a:t>
            </a:r>
            <a:endParaRPr lang="zh-CN" altLang="en-US" sz="3200" b="1" dirty="0">
              <a:solidFill>
                <a:schemeClr val="accent5">
                  <a:lumMod val="75000"/>
                </a:schemeClr>
              </a:solidFill>
              <a:uFillTx/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4635024" y="4480878"/>
            <a:ext cx="437515" cy="58356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algn="ctr" eaLnBrk="1" hangingPunct="1"/>
            <a:r>
              <a:rPr lang="en-US" altLang="zh-CN" sz="3200" b="1" dirty="0">
                <a:solidFill>
                  <a:srgbClr val="0000FF"/>
                </a:solidFill>
                <a:uFillTx/>
                <a:latin typeface="GB Pinyinok-D" panose="02010601030101010101" charset="-122"/>
                <a:ea typeface="GB Pinyinok-D" panose="02010601030101010101" charset="-122"/>
              </a:rPr>
              <a:t>Z</a:t>
            </a:r>
            <a:endParaRPr lang="en-US" altLang="zh-CN" sz="3200" b="1" dirty="0">
              <a:solidFill>
                <a:srgbClr val="0000FF"/>
              </a:solidFill>
              <a:uFillTx/>
              <a:latin typeface="GB Pinyinok-D" panose="02010601030101010101" charset="-122"/>
              <a:ea typeface="GB Pinyinok-D" panose="02010601030101010101" charset="-122"/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6059012" y="4455478"/>
            <a:ext cx="1004570" cy="58356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algn="ctr" eaLnBrk="1" hangingPunct="1"/>
            <a:r>
              <a:rPr lang="en-US" altLang="zh-CN" sz="3200" b="1" dirty="0">
                <a:solidFill>
                  <a:srgbClr val="0000FF"/>
                </a:solidFill>
                <a:uFillTx/>
                <a:latin typeface="GB Pinyinok-D" panose="02010601030101010101" charset="-122"/>
                <a:ea typeface="GB Pinyinok-D" panose="02010601030101010101" charset="-122"/>
              </a:rPr>
              <a:t>zhun</a:t>
            </a:r>
            <a:endParaRPr lang="en-US" altLang="zh-CN" sz="3200" b="1" dirty="0">
              <a:solidFill>
                <a:srgbClr val="0000FF"/>
              </a:solidFill>
              <a:uFillTx/>
              <a:latin typeface="GB Pinyinok-D" panose="02010601030101010101" charset="-122"/>
              <a:ea typeface="GB Pinyinok-D" panose="02010601030101010101" charset="-122"/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7832884" y="4485958"/>
            <a:ext cx="798195" cy="58356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algn="ctr" eaLnBrk="1" hangingPunct="1"/>
            <a:r>
              <a:rPr lang="en-US" altLang="zh-CN" sz="3200" b="1" dirty="0">
                <a:solidFill>
                  <a:srgbClr val="7030A0"/>
                </a:solidFill>
                <a:latin typeface="楷体" panose="02010609060101010101" charset="-122"/>
                <a:ea typeface="楷体" panose="02010609060101010101" charset="-122"/>
              </a:rPr>
              <a:t>665</a:t>
            </a:r>
            <a:endParaRPr lang="en-US" altLang="zh-CN" sz="3200" b="1" dirty="0">
              <a:solidFill>
                <a:srgbClr val="7030A0"/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26" name="矩形 25"/>
          <p:cNvSpPr/>
          <p:nvPr/>
        </p:nvSpPr>
        <p:spPr>
          <a:xfrm>
            <a:off x="9440704" y="4415155"/>
            <a:ext cx="999490" cy="58356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algn="ctr" eaLnBrk="1" hangingPunct="1"/>
            <a:r>
              <a:rPr lang="zh-CN" altLang="en-US" sz="3200" b="1" dirty="0">
                <a:solidFill>
                  <a:schemeClr val="accent5">
                    <a:lumMod val="75000"/>
                  </a:schemeClr>
                </a:solidFill>
                <a:uFillTx/>
                <a:latin typeface="楷体" panose="02010609060101010101" charset="-122"/>
                <a:ea typeface="楷体" panose="02010609060101010101" charset="-122"/>
              </a:rPr>
              <a:t>准备</a:t>
            </a:r>
            <a:endParaRPr lang="zh-CN" altLang="en-US" sz="3200" b="1" dirty="0">
              <a:solidFill>
                <a:schemeClr val="accent5">
                  <a:lumMod val="75000"/>
                </a:schemeClr>
              </a:solidFill>
              <a:uFillTx/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4653439" y="5112385"/>
            <a:ext cx="410210" cy="58356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algn="ctr" eaLnBrk="1" hangingPunct="1"/>
            <a:r>
              <a:rPr lang="en-US" altLang="zh-CN" sz="3200" b="1" dirty="0">
                <a:solidFill>
                  <a:srgbClr val="0000FF"/>
                </a:solidFill>
                <a:uFillTx/>
                <a:latin typeface="GB Pinyinok-D" panose="02010601030101010101" charset="-122"/>
                <a:ea typeface="GB Pinyinok-D" panose="02010601030101010101" charset="-122"/>
              </a:rPr>
              <a:t>L</a:t>
            </a:r>
            <a:endParaRPr lang="en-US" altLang="zh-CN" sz="3200" b="1" dirty="0">
              <a:solidFill>
                <a:srgbClr val="0000FF"/>
              </a:solidFill>
              <a:uFillTx/>
              <a:latin typeface="GB Pinyinok-D" panose="02010601030101010101" charset="-122"/>
              <a:ea typeface="GB Pinyinok-D" panose="02010601030101010101" charset="-122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6205855" y="5047615"/>
            <a:ext cx="708025" cy="58356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algn="ctr" eaLnBrk="1" hangingPunct="1"/>
            <a:r>
              <a:rPr lang="en-US" altLang="zh-CN" sz="3200" b="1" dirty="0">
                <a:solidFill>
                  <a:srgbClr val="0000FF"/>
                </a:solidFill>
                <a:uFillTx/>
                <a:latin typeface="GB Pinyinok-D" panose="02010601030101010101" charset="-122"/>
                <a:ea typeface="GB Pinyinok-D" panose="02010601030101010101" charset="-122"/>
              </a:rPr>
              <a:t>lou</a:t>
            </a:r>
            <a:endParaRPr lang="en-US" altLang="zh-CN" sz="3200" b="1" dirty="0">
              <a:solidFill>
                <a:srgbClr val="0000FF"/>
              </a:solidFill>
              <a:uFillTx/>
              <a:latin typeface="GB Pinyinok-D" panose="02010601030101010101" charset="-122"/>
              <a:ea typeface="GB Pinyinok-D" panose="02010601030101010101" charset="-122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7821772" y="5110480"/>
            <a:ext cx="798195" cy="58356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algn="ctr" eaLnBrk="1" hangingPunct="1"/>
            <a:r>
              <a:rPr lang="en-US" altLang="zh-CN" sz="3200" b="1" dirty="0">
                <a:solidFill>
                  <a:srgbClr val="7030A0"/>
                </a:solidFill>
                <a:latin typeface="楷体" panose="02010609060101010101" charset="-122"/>
                <a:ea typeface="楷体" panose="02010609060101010101" charset="-122"/>
              </a:rPr>
              <a:t>317</a:t>
            </a:r>
            <a:endParaRPr lang="en-US" altLang="zh-CN" sz="3200" b="1" dirty="0">
              <a:solidFill>
                <a:srgbClr val="7030A0"/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9440387" y="5057775"/>
            <a:ext cx="999490" cy="58356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algn="ctr" eaLnBrk="1" hangingPunct="1"/>
            <a:r>
              <a:rPr lang="zh-CN" altLang="en-US" sz="3200" b="1" dirty="0">
                <a:solidFill>
                  <a:schemeClr val="accent5">
                    <a:lumMod val="75000"/>
                  </a:schemeClr>
                </a:solidFill>
                <a:uFillTx/>
                <a:latin typeface="楷体" panose="02010609060101010101" charset="-122"/>
                <a:ea typeface="楷体" panose="02010609060101010101" charset="-122"/>
              </a:rPr>
              <a:t>高楼</a:t>
            </a:r>
            <a:endParaRPr lang="zh-CN" altLang="en-US" sz="3200" b="1" dirty="0">
              <a:solidFill>
                <a:schemeClr val="accent5">
                  <a:lumMod val="75000"/>
                </a:schemeClr>
              </a:solidFill>
              <a:uFillTx/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4519137" y="5706745"/>
            <a:ext cx="572770" cy="58356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algn="ctr" eaLnBrk="1" hangingPunct="1"/>
            <a:r>
              <a:rPr lang="en-US" altLang="zh-CN" sz="3200" b="1" dirty="0">
                <a:solidFill>
                  <a:srgbClr val="0000FF"/>
                </a:solidFill>
                <a:uFillTx/>
                <a:latin typeface="GB Pinyinok-D" panose="02010601030101010101" charset="-122"/>
                <a:ea typeface="GB Pinyinok-D" panose="02010601030101010101" charset="-122"/>
              </a:rPr>
              <a:t> B</a:t>
            </a:r>
            <a:endParaRPr lang="en-US" altLang="zh-CN" sz="3200" b="1" dirty="0">
              <a:solidFill>
                <a:srgbClr val="0000FF"/>
              </a:solidFill>
              <a:uFillTx/>
              <a:latin typeface="GB Pinyinok-D" panose="02010601030101010101" charset="-122"/>
              <a:ea typeface="GB Pinyinok-D" panose="02010601030101010101" charset="-122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6262212" y="5631180"/>
            <a:ext cx="621665" cy="58356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algn="ctr" eaLnBrk="1" hangingPunct="1"/>
            <a:r>
              <a:rPr lang="en-US" altLang="zh-CN" sz="3200" b="1" dirty="0">
                <a:solidFill>
                  <a:srgbClr val="0000FF"/>
                </a:solidFill>
                <a:uFillTx/>
                <a:latin typeface="GB Pinyinok-D" panose="02010601030101010101" charset="-122"/>
                <a:ea typeface="GB Pinyinok-D" panose="02010601030101010101" charset="-122"/>
              </a:rPr>
              <a:t>bo</a:t>
            </a:r>
            <a:endParaRPr lang="en-US" altLang="zh-CN" sz="3200" b="1" dirty="0">
              <a:solidFill>
                <a:srgbClr val="0000FF"/>
              </a:solidFill>
              <a:uFillTx/>
              <a:latin typeface="GB Pinyinok-D" panose="02010601030101010101" charset="-122"/>
              <a:ea typeface="GB Pinyinok-D" panose="02010601030101010101" charset="-122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7934484" y="5692140"/>
            <a:ext cx="593090" cy="58356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algn="ctr" eaLnBrk="1" hangingPunct="1"/>
            <a:r>
              <a:rPr lang="en-US" altLang="zh-CN" sz="3200" b="1" dirty="0">
                <a:solidFill>
                  <a:srgbClr val="7030A0"/>
                </a:solidFill>
                <a:latin typeface="楷体" panose="02010609060101010101" charset="-122"/>
                <a:ea typeface="楷体" panose="02010609060101010101" charset="-122"/>
              </a:rPr>
              <a:t>36</a:t>
            </a:r>
            <a:endParaRPr lang="en-US" altLang="zh-CN" sz="3200" b="1" dirty="0">
              <a:solidFill>
                <a:srgbClr val="7030A0"/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9440387" y="5661660"/>
            <a:ext cx="999490" cy="58356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algn="ctr" eaLnBrk="1" hangingPunct="1"/>
            <a:r>
              <a:rPr lang="zh-CN" altLang="en-US" sz="3200" b="1" dirty="0">
                <a:solidFill>
                  <a:schemeClr val="accent5">
                    <a:lumMod val="75000"/>
                  </a:schemeClr>
                </a:solidFill>
                <a:uFillTx/>
                <a:latin typeface="楷体" panose="02010609060101010101" charset="-122"/>
                <a:ea typeface="楷体" panose="02010609060101010101" charset="-122"/>
              </a:rPr>
              <a:t>伯父</a:t>
            </a:r>
            <a:endParaRPr lang="zh-CN" altLang="en-US" sz="3200" b="1" dirty="0">
              <a:solidFill>
                <a:schemeClr val="accent5">
                  <a:lumMod val="75000"/>
                </a:schemeClr>
              </a:solidFill>
              <a:uFillTx/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4620737" y="3269298"/>
            <a:ext cx="443230" cy="58356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algn="ctr" eaLnBrk="1" hangingPunct="1"/>
            <a:r>
              <a:rPr lang="en-US" altLang="zh-CN" sz="3200" dirty="0">
                <a:solidFill>
                  <a:srgbClr val="0000FF"/>
                </a:solidFill>
                <a:uFillTx/>
                <a:latin typeface="GB Pinyinok-D" panose="02010601030101010101" charset="-122"/>
                <a:ea typeface="GB Pinyinok-D" panose="02010601030101010101" charset="-122"/>
              </a:rPr>
              <a:t>X</a:t>
            </a:r>
            <a:endParaRPr lang="en-US" altLang="zh-CN" sz="3200" dirty="0">
              <a:solidFill>
                <a:srgbClr val="0000FF"/>
              </a:solidFill>
              <a:uFillTx/>
              <a:latin typeface="GB Pinyinok-D" panose="02010601030101010101" charset="-122"/>
              <a:ea typeface="GB Pinyinok-D" panose="02010601030101010101" charset="-122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6318092" y="3248978"/>
            <a:ext cx="466090" cy="58356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algn="ctr" eaLnBrk="1" hangingPunct="1"/>
            <a:r>
              <a:rPr lang="en-US" altLang="zh-CN" sz="3200" b="1" dirty="0">
                <a:solidFill>
                  <a:srgbClr val="0000FF"/>
                </a:solidFill>
                <a:uFillTx/>
                <a:latin typeface="GB Pinyinok-D" panose="02010601030101010101" charset="-122"/>
                <a:ea typeface="GB Pinyinok-D" panose="02010601030101010101" charset="-122"/>
              </a:rPr>
              <a:t>xi</a:t>
            </a:r>
            <a:endParaRPr lang="en-US" altLang="zh-CN" sz="3200" b="1" dirty="0">
              <a:solidFill>
                <a:srgbClr val="0000FF"/>
              </a:solidFill>
              <a:uFillTx/>
              <a:latin typeface="GB Pinyinok-D" panose="02010601030101010101" charset="-122"/>
              <a:ea typeface="GB Pinyinok-D" panose="02010601030101010101" charset="-122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7832249" y="3241358"/>
            <a:ext cx="798195" cy="58356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algn="ctr" eaLnBrk="1" hangingPunct="1"/>
            <a:r>
              <a:rPr lang="en-US" altLang="zh-CN" sz="3200" b="1" dirty="0">
                <a:solidFill>
                  <a:srgbClr val="7030A0"/>
                </a:solidFill>
                <a:latin typeface="楷体" panose="02010609060101010101" charset="-122"/>
                <a:ea typeface="楷体" panose="02010609060101010101" charset="-122"/>
              </a:rPr>
              <a:t>529</a:t>
            </a:r>
            <a:endParaRPr lang="en-US" altLang="zh-CN" sz="3200" b="1" dirty="0">
              <a:solidFill>
                <a:srgbClr val="7030A0"/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28" name="矩形 27"/>
          <p:cNvSpPr/>
          <p:nvPr/>
        </p:nvSpPr>
        <p:spPr>
          <a:xfrm>
            <a:off x="9410224" y="3209290"/>
            <a:ext cx="999490" cy="58356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algn="ctr" eaLnBrk="1" hangingPunct="1"/>
            <a:r>
              <a:rPr lang="zh-CN" altLang="zh-CN" sz="3200" b="1" dirty="0">
                <a:solidFill>
                  <a:schemeClr val="accent5">
                    <a:lumMod val="75000"/>
                  </a:schemeClr>
                </a:solidFill>
                <a:uFillTx/>
                <a:latin typeface="楷体" panose="02010609060101010101" charset="-122"/>
                <a:ea typeface="楷体" panose="02010609060101010101" charset="-122"/>
              </a:rPr>
              <a:t>小溪</a:t>
            </a:r>
            <a:endParaRPr lang="zh-CN" altLang="zh-CN" sz="3200" b="1" dirty="0">
              <a:solidFill>
                <a:schemeClr val="accent5">
                  <a:lumMod val="75000"/>
                </a:schemeClr>
              </a:solidFill>
              <a:uFillTx/>
              <a:latin typeface="楷体" panose="02010609060101010101" charset="-122"/>
              <a:ea typeface="楷体" panose="02010609060101010101" charset="-122"/>
            </a:endParaRPr>
          </a:p>
        </p:txBody>
      </p:sp>
    </p:spTree>
    <p:custDataLst>
      <p:tags r:id="rId2"/>
    </p:custDataLst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8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8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9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9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20" grpId="0"/>
      <p:bldP spid="21" grpId="0"/>
      <p:bldP spid="22" grpId="0"/>
      <p:bldP spid="23" grpId="0"/>
      <p:bldP spid="24" grpId="0"/>
      <p:bldP spid="25" grpId="0"/>
      <p:bldP spid="26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7" grpId="0"/>
      <p:bldP spid="10" grpId="0"/>
      <p:bldP spid="11" grpId="0"/>
      <p:bldP spid="12" grpId="0"/>
      <p:bldP spid="28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28673" name="组合 5"/>
          <p:cNvGrpSpPr/>
          <p:nvPr/>
        </p:nvGrpSpPr>
        <p:grpSpPr>
          <a:xfrm>
            <a:off x="171450" y="-450850"/>
            <a:ext cx="2873375" cy="1646238"/>
            <a:chOff x="102" y="-177"/>
            <a:chExt cx="5275" cy="3177"/>
          </a:xfrm>
        </p:grpSpPr>
        <p:pic>
          <p:nvPicPr>
            <p:cNvPr id="28674" name="图片 1"/>
            <p:cNvPicPr>
              <a:picLocks noChangeAspect="1"/>
            </p:cNvPicPr>
            <p:nvPr/>
          </p:nvPicPr>
          <p:blipFill>
            <a:blip r:embed="rId1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102" y="-177"/>
              <a:ext cx="5275" cy="3177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3" name="文本框 3"/>
            <p:cNvSpPr txBox="1"/>
            <p:nvPr/>
          </p:nvSpPr>
          <p:spPr>
            <a:xfrm>
              <a:off x="739" y="1685"/>
              <a:ext cx="4011" cy="112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>
              <a:spAutoFit/>
            </a:bodyPr>
            <a:p>
              <a:pPr algn="ctr" eaLnBrk="0" fontAlgn="auto" hangingPunct="0"/>
              <a:r>
                <a:rPr lang="zh-CN" altLang="en-US" sz="3200" spc="200" noProof="1">
                  <a:solidFill>
                    <a:srgbClr val="785351"/>
                  </a:solidFill>
                  <a:latin typeface="微软雅黑" panose="020B0503020204020204" charset="-122"/>
                  <a:ea typeface="微软雅黑" panose="020B0503020204020204" charset="-122"/>
                  <a:cs typeface="+mn-cs"/>
                </a:rPr>
                <a:t>日积月累</a:t>
              </a:r>
              <a:endParaRPr lang="zh-CN" altLang="en-US" sz="3200" spc="200" noProof="1">
                <a:solidFill>
                  <a:srgbClr val="78535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</p:grpSp>
      <p:sp>
        <p:nvSpPr>
          <p:cNvPr id="10" name="文本框 9"/>
          <p:cNvSpPr txBox="1"/>
          <p:nvPr/>
        </p:nvSpPr>
        <p:spPr>
          <a:xfrm>
            <a:off x="4924425" y="2114550"/>
            <a:ext cx="8589645" cy="31921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lnSpc>
                <a:spcPct val="140000"/>
              </a:lnSpc>
            </a:pPr>
            <a:r>
              <a:rPr lang="zh-CN" altLang="en-US" sz="3600" b="1" dirty="0">
                <a:solidFill>
                  <a:srgbClr val="7030A1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小葱拌豆腐</a:t>
            </a:r>
            <a:r>
              <a:rPr lang="en-US" altLang="zh-CN" sz="3600" b="1" dirty="0">
                <a:solidFill>
                  <a:srgbClr val="7030A1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——</a:t>
            </a:r>
            <a:r>
              <a:rPr lang="zh-CN" altLang="en-US" sz="3600" b="1" dirty="0">
                <a:solidFill>
                  <a:srgbClr val="7030A1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一清（青）二白</a:t>
            </a:r>
            <a:endParaRPr lang="en-US" altLang="zh-CN" sz="3600" b="1" dirty="0">
              <a:solidFill>
                <a:srgbClr val="7030A1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>
              <a:lnSpc>
                <a:spcPct val="140000"/>
              </a:lnSpc>
            </a:pPr>
            <a:r>
              <a:rPr lang="zh-CN" altLang="en-US" sz="3600" b="1" dirty="0">
                <a:solidFill>
                  <a:srgbClr val="7030A1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竹篮子打水</a:t>
            </a:r>
            <a:r>
              <a:rPr lang="en-US" altLang="zh-CN" sz="3600" b="1" dirty="0">
                <a:solidFill>
                  <a:srgbClr val="7030A1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——</a:t>
            </a:r>
            <a:r>
              <a:rPr lang="zh-CN" altLang="en-US" sz="3600" b="1" dirty="0">
                <a:solidFill>
                  <a:srgbClr val="7030A1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一场空</a:t>
            </a:r>
            <a:endParaRPr lang="en-US" altLang="zh-CN" sz="3600" b="1" dirty="0">
              <a:solidFill>
                <a:srgbClr val="7030A1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>
              <a:lnSpc>
                <a:spcPct val="140000"/>
              </a:lnSpc>
            </a:pPr>
            <a:r>
              <a:rPr lang="zh-CN" altLang="en-US" sz="3600" b="1" dirty="0">
                <a:solidFill>
                  <a:srgbClr val="7030A1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芝麻开花</a:t>
            </a:r>
            <a:r>
              <a:rPr lang="en-US" altLang="zh-CN" sz="3600" b="1" dirty="0">
                <a:solidFill>
                  <a:srgbClr val="7030A1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——</a:t>
            </a:r>
            <a:r>
              <a:rPr lang="zh-CN" altLang="en-US" sz="3600" b="1" dirty="0">
                <a:solidFill>
                  <a:srgbClr val="7030A1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节节高</a:t>
            </a:r>
            <a:endParaRPr lang="en-US" altLang="zh-CN" sz="3600" b="1" dirty="0">
              <a:solidFill>
                <a:srgbClr val="7030A1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>
              <a:lnSpc>
                <a:spcPct val="140000"/>
              </a:lnSpc>
            </a:pPr>
            <a:r>
              <a:rPr lang="zh-CN" altLang="en-US" sz="3600" b="1" dirty="0">
                <a:solidFill>
                  <a:srgbClr val="7030A1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十五个吊桶打水</a:t>
            </a:r>
            <a:r>
              <a:rPr lang="en-US" altLang="zh-CN" sz="3600" b="1" dirty="0">
                <a:solidFill>
                  <a:srgbClr val="7030A1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——</a:t>
            </a:r>
            <a:r>
              <a:rPr lang="zh-CN" altLang="en-US" sz="3600" b="1" dirty="0">
                <a:solidFill>
                  <a:srgbClr val="7030A1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七上八下</a:t>
            </a:r>
            <a:endParaRPr lang="zh-CN" altLang="en-US" sz="3600" b="1" dirty="0">
              <a:solidFill>
                <a:srgbClr val="7030A1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  <a:sym typeface="+mn-ea"/>
            </a:endParaRPr>
          </a:p>
        </p:txBody>
      </p:sp>
      <p:pic>
        <p:nvPicPr>
          <p:cNvPr id="11" name="图片 10" descr="水电费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6915" y="2104390"/>
            <a:ext cx="2935605" cy="1856740"/>
          </a:xfrm>
          <a:prstGeom prst="rect">
            <a:avLst/>
          </a:prstGeom>
        </p:spPr>
      </p:pic>
      <p:pic>
        <p:nvPicPr>
          <p:cNvPr id="12" name="图片 11" descr="竹篮打水"/>
          <p:cNvPicPr>
            <a:picLocks noChangeAspect="1"/>
          </p:cNvPicPr>
          <p:nvPr/>
        </p:nvPicPr>
        <p:blipFill>
          <a:blip r:embed="rId3"/>
          <a:srcRect l="2469" r="5266" b="4574"/>
          <a:stretch>
            <a:fillRect/>
          </a:stretch>
        </p:blipFill>
        <p:spPr>
          <a:xfrm>
            <a:off x="1758315" y="3985260"/>
            <a:ext cx="3067050" cy="2060575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50179" name="竖排内容占位符 12"/>
          <p:cNvPicPr>
            <a:picLocks noGrp="1"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3935" y="603885"/>
            <a:ext cx="9163050" cy="548830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8674" name="图片 1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71450" y="-450850"/>
            <a:ext cx="2873375" cy="164655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5" name="文本框 3"/>
          <p:cNvSpPr txBox="1"/>
          <p:nvPr/>
        </p:nvSpPr>
        <p:spPr>
          <a:xfrm>
            <a:off x="518434" y="513990"/>
            <a:ext cx="2184854" cy="58356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pPr algn="ctr" eaLnBrk="0" fontAlgn="auto" hangingPunct="0"/>
            <a:r>
              <a:rPr lang="zh-CN" altLang="en-US" sz="3200" spc="200" noProof="1">
                <a:solidFill>
                  <a:srgbClr val="78535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rPr>
              <a:t>知识锦囊</a:t>
            </a:r>
            <a:endParaRPr lang="zh-CN" altLang="en-US" sz="3200" spc="200" noProof="1">
              <a:solidFill>
                <a:srgbClr val="785351"/>
              </a:solidFill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2292350" y="1489710"/>
            <a:ext cx="6454775" cy="363474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eaLnBrk="1" hangingPunct="1">
              <a:lnSpc>
                <a:spcPct val="120000"/>
              </a:lnSpc>
            </a:pPr>
            <a:r>
              <a:rPr lang="zh-CN" altLang="en-US" sz="3200" b="1" dirty="0">
                <a:solidFill>
                  <a:srgbClr val="000000"/>
                </a:solidFill>
                <a:latin typeface="楷体" panose="02010609060101010101" charset="-122"/>
                <a:ea typeface="楷体" panose="02010609060101010101" charset="-122"/>
              </a:rPr>
              <a:t>    歇后语是我国古代劳动人民在生活实践中创造的一种特殊语言形式，是一种</a:t>
            </a:r>
            <a:r>
              <a:rPr lang="zh-CN" altLang="en-US" sz="3200" b="1" dirty="0">
                <a:solidFill>
                  <a:srgbClr val="FF0000"/>
                </a:solidFill>
                <a:latin typeface="楷体" panose="02010609060101010101" charset="-122"/>
                <a:ea typeface="楷体" panose="02010609060101010101" charset="-122"/>
              </a:rPr>
              <a:t>短小、风趣、形象</a:t>
            </a:r>
            <a:r>
              <a:rPr lang="zh-CN" altLang="en-US" sz="3200" b="1" dirty="0">
                <a:solidFill>
                  <a:srgbClr val="000000"/>
                </a:solidFill>
                <a:latin typeface="楷体" panose="02010609060101010101" charset="-122"/>
                <a:ea typeface="楷体" panose="02010609060101010101" charset="-122"/>
              </a:rPr>
              <a:t>的语句。它由前后两部分组成，</a:t>
            </a:r>
            <a:r>
              <a:rPr lang="zh-CN" altLang="en-US" sz="3200" b="1" dirty="0">
                <a:solidFill>
                  <a:srgbClr val="FF0000"/>
                </a:solidFill>
                <a:latin typeface="楷体" panose="02010609060101010101" charset="-122"/>
                <a:ea typeface="楷体" panose="02010609060101010101" charset="-122"/>
              </a:rPr>
              <a:t>前一部分多用比喻，像谜面；后一部分是本义，像谜底</a:t>
            </a:r>
            <a:r>
              <a:rPr lang="zh-CN" altLang="en-US" sz="3200" b="1" dirty="0">
                <a:solidFill>
                  <a:srgbClr val="000000"/>
                </a:solidFill>
                <a:latin typeface="楷体" panose="02010609060101010101" charset="-122"/>
                <a:ea typeface="楷体" panose="02010609060101010101" charset="-122"/>
              </a:rPr>
              <a:t>。</a:t>
            </a:r>
            <a:endParaRPr lang="zh-CN" altLang="en-US" sz="3200" b="1" dirty="0">
              <a:solidFill>
                <a:srgbClr val="000000"/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  <p:pic>
        <p:nvPicPr>
          <p:cNvPr id="50177" name="图片 3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71025" y="3377565"/>
            <a:ext cx="2609215" cy="3689985"/>
          </a:xfrm>
          <a:prstGeom prst="rect">
            <a:avLst/>
          </a:prstGeom>
          <a:noFill/>
          <a:ln w="9525">
            <a:noFill/>
          </a:ln>
        </p:spPr>
      </p:pic>
    </p:spTree>
    <p:custDataLst>
      <p:tags r:id="rId4"/>
    </p:custDataLst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6865" name="图片 61" descr="边框 (203)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rcRect l="16122"/>
          <a:stretch>
            <a:fillRect/>
          </a:stretch>
        </p:blipFill>
        <p:spPr>
          <a:xfrm>
            <a:off x="768985" y="930275"/>
            <a:ext cx="9279890" cy="527113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8674" name="图片 1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71450" y="-450850"/>
            <a:ext cx="2873375" cy="164655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5" name="文本框 3"/>
          <p:cNvSpPr txBox="1"/>
          <p:nvPr/>
        </p:nvSpPr>
        <p:spPr>
          <a:xfrm>
            <a:off x="518434" y="513990"/>
            <a:ext cx="2184854" cy="58356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pPr algn="ctr" eaLnBrk="0" fontAlgn="auto" hangingPunct="0"/>
            <a:r>
              <a:rPr lang="zh-CN" altLang="en-US" sz="3200" spc="200" noProof="1">
                <a:solidFill>
                  <a:srgbClr val="78535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rPr>
              <a:t>积累拓展</a:t>
            </a:r>
            <a:endParaRPr lang="zh-CN" altLang="en-US" sz="3200" spc="200" noProof="1">
              <a:solidFill>
                <a:srgbClr val="785351"/>
              </a:solidFill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763010" y="2338070"/>
            <a:ext cx="606234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3600" b="1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八仙过海</a:t>
            </a:r>
            <a:r>
              <a:rPr lang="en-US" altLang="zh-CN" sz="3600" b="1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——</a:t>
            </a:r>
            <a:r>
              <a:rPr lang="zh-CN" altLang="en-US" sz="3600" b="1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各显神通</a:t>
            </a:r>
            <a:endParaRPr lang="zh-CN" altLang="en-US" sz="3600" b="1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763645" y="3159760"/>
            <a:ext cx="569404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3600" b="1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打开天窗</a:t>
            </a:r>
            <a:r>
              <a:rPr lang="en-US" altLang="zh-CN" sz="3600" b="1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——</a:t>
            </a:r>
            <a:r>
              <a:rPr lang="zh-CN" altLang="en-US" sz="3600" b="1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说亮话</a:t>
            </a:r>
            <a:endParaRPr lang="zh-CN" altLang="en-US" sz="3600" b="1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3763010" y="3976370"/>
            <a:ext cx="5746750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3600" b="1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船到桥头</a:t>
            </a:r>
            <a:r>
              <a:rPr lang="en-US" altLang="zh-CN" sz="3600" b="1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——</a:t>
            </a:r>
            <a:r>
              <a:rPr lang="zh-CN" altLang="en-US" sz="3600" b="1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自然直</a:t>
            </a:r>
            <a:endParaRPr lang="zh-CN" altLang="en-US" sz="3600" b="1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3773805" y="4757420"/>
            <a:ext cx="63582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3600" b="1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王婆卖瓜</a:t>
            </a:r>
            <a:r>
              <a:rPr lang="en-US" altLang="zh-CN" sz="3600" b="1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——</a:t>
            </a:r>
            <a:r>
              <a:rPr lang="zh-CN" altLang="en-US" sz="3600" b="1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自卖自夸</a:t>
            </a:r>
            <a:endParaRPr lang="zh-CN" altLang="en-US" sz="3600" b="1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  <p:sp>
        <p:nvSpPr>
          <p:cNvPr id="36869" name="文本框 5"/>
          <p:cNvSpPr txBox="1"/>
          <p:nvPr/>
        </p:nvSpPr>
        <p:spPr>
          <a:xfrm>
            <a:off x="4792980" y="1552575"/>
            <a:ext cx="3244850" cy="70675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r>
              <a:rPr lang="zh-CN" altLang="en-US" sz="4000">
                <a:solidFill>
                  <a:srgbClr val="7030A1"/>
                </a:solidFill>
                <a:latin typeface="隶书" panose="02010509060101010101" charset="-122"/>
                <a:ea typeface="隶书" panose="02010509060101010101" charset="-122"/>
              </a:rPr>
              <a:t>我会歇后语</a:t>
            </a:r>
            <a:endParaRPr lang="zh-CN" altLang="en-US" sz="4000">
              <a:solidFill>
                <a:srgbClr val="7030A1"/>
              </a:solidFill>
              <a:latin typeface="隶书" panose="02010509060101010101" charset="-122"/>
              <a:ea typeface="隶书" panose="02010509060101010101" charset="-122"/>
            </a:endParaRPr>
          </a:p>
        </p:txBody>
      </p:sp>
    </p:spTree>
    <p:custDataLst>
      <p:tags r:id="rId3"/>
    </p:custDataLst>
  </p:cSld>
  <p:clrMapOvr>
    <a:masterClrMapping/>
  </p:clrMapOvr>
  <p:transition>
    <p:random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56321" name="组合 5"/>
          <p:cNvGrpSpPr/>
          <p:nvPr/>
        </p:nvGrpSpPr>
        <p:grpSpPr>
          <a:xfrm>
            <a:off x="171450" y="-450850"/>
            <a:ext cx="3489325" cy="1646238"/>
            <a:chOff x="102" y="-177"/>
            <a:chExt cx="5275" cy="3177"/>
          </a:xfrm>
        </p:grpSpPr>
        <p:pic>
          <p:nvPicPr>
            <p:cNvPr id="56322" name="图片 1"/>
            <p:cNvPicPr>
              <a:picLocks noChangeAspect="1"/>
            </p:cNvPicPr>
            <p:nvPr/>
          </p:nvPicPr>
          <p:blipFill>
            <a:blip r:embed="rId1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102" y="-177"/>
              <a:ext cx="5275" cy="3177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5125" name="文本框 3"/>
            <p:cNvSpPr txBox="1"/>
            <p:nvPr/>
          </p:nvSpPr>
          <p:spPr>
            <a:xfrm>
              <a:off x="479" y="1659"/>
              <a:ext cx="4452" cy="112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>
              <a:spAutoFit/>
            </a:bodyPr>
            <a:p>
              <a:pPr algn="ctr" eaLnBrk="0" fontAlgn="auto" hangingPunct="0"/>
              <a:r>
                <a:rPr lang="zh-CN" altLang="en-US" sz="3200" spc="-200" noProof="1">
                  <a:solidFill>
                    <a:srgbClr val="50A782"/>
                  </a:solidFill>
                  <a:latin typeface="微软雅黑" panose="020B0503020204020204" charset="-122"/>
                  <a:ea typeface="微软雅黑" panose="020B0503020204020204" charset="-122"/>
                  <a:cs typeface="+mn-cs"/>
                </a:rPr>
                <a:t>和大人一起读</a:t>
              </a:r>
              <a:endParaRPr lang="zh-CN" altLang="en-US" sz="3200" spc="-200" noProof="1">
                <a:solidFill>
                  <a:srgbClr val="50A782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</p:grpSp>
      <p:pic>
        <p:nvPicPr>
          <p:cNvPr id="56324" name="图片 5" descr="srdth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82245" y="4204970"/>
            <a:ext cx="5699125" cy="266890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3" name="文本框 32"/>
          <p:cNvSpPr txBox="1"/>
          <p:nvPr/>
        </p:nvSpPr>
        <p:spPr>
          <a:xfrm>
            <a:off x="1219200" y="1133475"/>
            <a:ext cx="6671945" cy="470725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pPr eaLnBrk="0" hangingPunct="0">
              <a:lnSpc>
                <a:spcPct val="160000"/>
              </a:lnSpc>
            </a:pPr>
            <a:r>
              <a:rPr lang="zh-CN" altLang="en-US" sz="4400" b="1">
                <a:latin typeface="宋体" panose="02010600030101010101" pitchFamily="2" charset="-122"/>
                <a:ea typeface="宋体" panose="02010600030101010101" pitchFamily="2" charset="-122"/>
                <a:sym typeface="微软雅黑" panose="020B0503020204020204" charset="-122"/>
              </a:rPr>
              <a:t>     </a:t>
            </a:r>
            <a:r>
              <a:rPr lang="zh-CN" altLang="en-US" sz="4400" b="1">
                <a:solidFill>
                  <a:srgbClr val="4251B4"/>
                </a:solidFill>
                <a:latin typeface="宋体" panose="02010600030101010101" pitchFamily="2" charset="-122"/>
                <a:ea typeface="宋体" panose="02010600030101010101" pitchFamily="2" charset="-122"/>
                <a:sym typeface="微软雅黑" panose="020B0503020204020204" charset="-122"/>
              </a:rPr>
              <a:t>《狐狸和乌鸦》</a:t>
            </a:r>
            <a:endParaRPr lang="zh-CN" altLang="en-US" sz="4400" b="1">
              <a:latin typeface="宋体" panose="02010600030101010101" pitchFamily="2" charset="-122"/>
              <a:ea typeface="宋体" panose="02010600030101010101" pitchFamily="2" charset="-122"/>
              <a:sym typeface="微软雅黑" panose="020B0503020204020204" charset="-122"/>
            </a:endParaRPr>
          </a:p>
          <a:p>
            <a:pPr eaLnBrk="0" hangingPunct="0">
              <a:lnSpc>
                <a:spcPct val="140000"/>
              </a:lnSpc>
            </a:pPr>
            <a:r>
              <a:rPr lang="zh-CN" altLang="en-US" sz="4400" b="1">
                <a:latin typeface="宋体" panose="02010600030101010101" pitchFamily="2" charset="-122"/>
                <a:ea typeface="宋体" panose="02010600030101010101" pitchFamily="2" charset="-122"/>
                <a:sym typeface="微软雅黑" panose="020B0503020204020204" charset="-122"/>
              </a:rPr>
              <a:t>    </a:t>
            </a:r>
            <a:r>
              <a:rPr lang="zh-CN" altLang="en-US" sz="4000" b="1">
                <a:latin typeface="宋体" panose="02010600030101010101" pitchFamily="2" charset="-122"/>
                <a:ea typeface="宋体" panose="02010600030101010101" pitchFamily="2" charset="-122"/>
                <a:sym typeface="微软雅黑" panose="020B0503020204020204" charset="-122"/>
              </a:rPr>
              <a:t>听朗读，然后自己试着</a:t>
            </a:r>
            <a:r>
              <a:rPr lang="zh-CN" altLang="en-US" sz="4000" b="1" spc="200">
                <a:solidFill>
                  <a:schemeClr val="tx1"/>
                </a:solidFill>
                <a:uFillTx/>
                <a:latin typeface="宋体" panose="02010600030101010101" pitchFamily="2" charset="-122"/>
                <a:ea typeface="宋体" panose="02010600030101010101" pitchFamily="2" charset="-122"/>
                <a:sym typeface="微软雅黑" panose="020B0503020204020204" charset="-122"/>
              </a:rPr>
              <a:t>读一读，</a:t>
            </a:r>
            <a:r>
              <a:rPr lang="zh-CN" altLang="en-US" sz="4000" b="1">
                <a:latin typeface="宋体" panose="02010600030101010101" pitchFamily="2" charset="-122"/>
                <a:ea typeface="宋体" panose="02010600030101010101" pitchFamily="2" charset="-122"/>
                <a:sym typeface="微软雅黑" panose="020B0503020204020204" charset="-122"/>
              </a:rPr>
              <a:t>注意读准字音，不会的字多读几遍！</a:t>
            </a:r>
            <a:endParaRPr lang="zh-CN" altLang="en-US" sz="4000" b="1">
              <a:latin typeface="宋体" panose="02010600030101010101" pitchFamily="2" charset="-122"/>
              <a:ea typeface="宋体" panose="02010600030101010101" pitchFamily="2" charset="-122"/>
              <a:sym typeface="微软雅黑" panose="020B0503020204020204" charset="-122"/>
            </a:endParaRPr>
          </a:p>
          <a:p>
            <a:pPr eaLnBrk="0" hangingPunct="0">
              <a:lnSpc>
                <a:spcPct val="140000"/>
              </a:lnSpc>
            </a:pPr>
            <a:endParaRPr lang="zh-CN" altLang="en-US" sz="4000" b="1">
              <a:latin typeface="宋体" panose="02010600030101010101" pitchFamily="2" charset="-122"/>
              <a:ea typeface="宋体" panose="02010600030101010101" pitchFamily="2" charset="-122"/>
              <a:sym typeface="微软雅黑" panose="020B0503020204020204" charset="-122"/>
            </a:endParaRPr>
          </a:p>
        </p:txBody>
      </p:sp>
      <p:grpSp>
        <p:nvGrpSpPr>
          <p:cNvPr id="16389" name="组合 3"/>
          <p:cNvGrpSpPr/>
          <p:nvPr/>
        </p:nvGrpSpPr>
        <p:grpSpPr>
          <a:xfrm>
            <a:off x="7102475" y="1905635"/>
            <a:ext cx="4521835" cy="4407535"/>
            <a:chOff x="11350" y="2227"/>
            <a:chExt cx="7122" cy="6941"/>
          </a:xfrm>
        </p:grpSpPr>
        <p:pic>
          <p:nvPicPr>
            <p:cNvPr id="56327" name="图片 3">
              <a:hlinkClick r:id="rId3" action="ppaction://hlinkfile"/>
            </p:cNvPr>
            <p:cNvPicPr>
              <a:picLocks noChangeAspect="1"/>
            </p:cNvPicPr>
            <p:nvPr/>
          </p:nvPicPr>
          <p:blipFill>
            <a:blip r:embed="rId4"/>
            <a:srcRect b="16719"/>
            <a:stretch>
              <a:fillRect/>
            </a:stretch>
          </p:blipFill>
          <p:spPr>
            <a:xfrm>
              <a:off x="11350" y="2227"/>
              <a:ext cx="7015" cy="5634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7" name="文本框 6"/>
            <p:cNvSpPr txBox="1"/>
            <p:nvPr/>
          </p:nvSpPr>
          <p:spPr>
            <a:xfrm>
              <a:off x="12281" y="7861"/>
              <a:ext cx="6191" cy="13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fontAlgn="auto"/>
              <a:r>
                <a:rPr lang="zh-CN" altLang="en-US" sz="4800" b="1" spc="300" noProof="1">
                  <a:solidFill>
                    <a:srgbClr val="50A782"/>
                  </a:solidFill>
                  <a:latin typeface="隶书" panose="02010509060101010101" charset="-122"/>
                  <a:ea typeface="隶书" panose="02010509060101010101" charset="-122"/>
                  <a:cs typeface="+mn-cs"/>
                </a:rPr>
                <a:t>点击听朗读</a:t>
              </a:r>
              <a:endParaRPr lang="zh-CN" altLang="en-US" sz="4800" b="1" spc="300" noProof="1">
                <a:solidFill>
                  <a:srgbClr val="50A782"/>
                </a:solidFill>
                <a:latin typeface="隶书" panose="02010509060101010101" charset="-122"/>
                <a:ea typeface="隶书" panose="02010509060101010101" charset="-122"/>
                <a:cs typeface="+mn-cs"/>
              </a:endParaRPr>
            </a:p>
          </p:txBody>
        </p:sp>
      </p:grpSp>
    </p:spTree>
    <p:custDataLst>
      <p:tags r:id="rId5"/>
    </p:custDataLst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4" presetClass="entr" presetSubtype="0" ac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0705" y="495935"/>
            <a:ext cx="11069955" cy="5865495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6238875" y="2284730"/>
            <a:ext cx="5015230" cy="110680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algn="l"/>
            <a:r>
              <a:rPr lang="zh-CN" altLang="en-US" sz="6600" b="1" spc="1000">
                <a:solidFill>
                  <a:srgbClr val="FB3E18"/>
                </a:solidFill>
                <a:latin typeface="文鼎ＰＯＰ－４" panose="020B0602010101010101" charset="-122"/>
                <a:ea typeface="文鼎ＰＯＰ－４" panose="020B0602010101010101" charset="-122"/>
                <a:sym typeface="微软雅黑" panose="020B0503020204020204" charset="-122"/>
              </a:rPr>
              <a:t>狐狸</a:t>
            </a:r>
            <a:r>
              <a:rPr lang="zh-CN" altLang="en-US" sz="6600" b="1" spc="1000">
                <a:solidFill>
                  <a:srgbClr val="6F2A06"/>
                </a:solidFill>
                <a:latin typeface="文鼎ＰＯＰ－４" panose="020B0602010101010101" charset="-122"/>
                <a:ea typeface="文鼎ＰＯＰ－４" panose="020B0602010101010101" charset="-122"/>
                <a:sym typeface="微软雅黑" panose="020B0503020204020204" charset="-122"/>
              </a:rPr>
              <a:t>和</a:t>
            </a:r>
            <a:r>
              <a:rPr lang="zh-CN" altLang="en-US" sz="6600" b="1" spc="1000">
                <a:solidFill>
                  <a:srgbClr val="3B403E"/>
                </a:solidFill>
                <a:latin typeface="文鼎ＰＯＰ－４" panose="020B0602010101010101" charset="-122"/>
                <a:ea typeface="文鼎ＰＯＰ－４" panose="020B0602010101010101" charset="-122"/>
                <a:sym typeface="微软雅黑" panose="020B0503020204020204" charset="-122"/>
              </a:rPr>
              <a:t>乌鸦</a:t>
            </a:r>
            <a:endParaRPr lang="zh-CN" altLang="en-US" sz="6600" b="1" spc="1000">
              <a:solidFill>
                <a:srgbClr val="3B403E"/>
              </a:solidFill>
              <a:latin typeface="文鼎ＰＯＰ－４" panose="020B0602010101010101" charset="-122"/>
              <a:ea typeface="文鼎ＰＯＰ－４" panose="020B0602010101010101" charset="-122"/>
              <a:sym typeface="微软雅黑" panose="020B0503020204020204" charset="-122"/>
            </a:endParaRPr>
          </a:p>
        </p:txBody>
      </p:sp>
    </p:spTree>
    <p:custDataLst>
      <p:tags r:id="rId2"/>
    </p:custDataLst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1746" name="图片 3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52230" y="3688080"/>
            <a:ext cx="2284730" cy="323151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1748" name="竖排内容占位符 12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5085" y="954405"/>
            <a:ext cx="7745730" cy="452691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9471" name="文本框 5"/>
          <p:cNvSpPr txBox="1"/>
          <p:nvPr/>
        </p:nvSpPr>
        <p:spPr>
          <a:xfrm>
            <a:off x="2027555" y="2116455"/>
            <a:ext cx="5958205" cy="265112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pPr>
              <a:lnSpc>
                <a:spcPct val="130000"/>
              </a:lnSpc>
            </a:pPr>
            <a:r>
              <a:rPr lang="zh-CN" altLang="en-US" sz="3200" spc="400">
                <a:solidFill>
                  <a:srgbClr val="50A782"/>
                </a:solidFill>
                <a:uFillTx/>
                <a:latin typeface="黑体" panose="02010609060101010101" charset="-122"/>
                <a:ea typeface="黑体" panose="02010609060101010101" charset="-122"/>
              </a:rPr>
              <a:t>读完故事后思考：</a:t>
            </a:r>
            <a:endParaRPr lang="zh-CN" altLang="en-US" sz="3200" spc="400">
              <a:solidFill>
                <a:srgbClr val="50A782"/>
              </a:solidFill>
              <a:uFillTx/>
              <a:latin typeface="黑体" panose="02010609060101010101" charset="-122"/>
              <a:ea typeface="黑体" panose="02010609060101010101" charset="-122"/>
            </a:endParaRPr>
          </a:p>
          <a:p>
            <a:pPr>
              <a:lnSpc>
                <a:spcPct val="130000"/>
              </a:lnSpc>
            </a:pPr>
            <a:r>
              <a:rPr lang="zh-CN" altLang="en-US" sz="3200" spc="400">
                <a:solidFill>
                  <a:srgbClr val="50A782"/>
                </a:solidFill>
                <a:uFillTx/>
                <a:latin typeface="黑体" panose="02010609060101010101" charset="-122"/>
                <a:ea typeface="黑体" panose="02010609060101010101" charset="-122"/>
              </a:rPr>
              <a:t>（</a:t>
            </a:r>
            <a:r>
              <a:rPr lang="en-US" altLang="zh-CN" sz="3200" spc="400">
                <a:solidFill>
                  <a:srgbClr val="50A782"/>
                </a:solidFill>
                <a:uFillTx/>
                <a:latin typeface="黑体" panose="02010609060101010101" charset="-122"/>
                <a:ea typeface="黑体" panose="02010609060101010101" charset="-122"/>
              </a:rPr>
              <a:t>1</a:t>
            </a:r>
            <a:r>
              <a:rPr lang="zh-CN" altLang="en-US" sz="3200" spc="400">
                <a:solidFill>
                  <a:srgbClr val="50A782"/>
                </a:solidFill>
                <a:uFillTx/>
                <a:latin typeface="黑体" panose="02010609060101010101" charset="-122"/>
                <a:ea typeface="黑体" panose="02010609060101010101" charset="-122"/>
              </a:rPr>
              <a:t>）故事里讲到了谁？</a:t>
            </a:r>
            <a:endParaRPr lang="zh-CN" altLang="en-US" sz="3200" spc="400">
              <a:solidFill>
                <a:srgbClr val="50A782"/>
              </a:solidFill>
              <a:uFillTx/>
              <a:latin typeface="黑体" panose="02010609060101010101" charset="-122"/>
              <a:ea typeface="黑体" panose="02010609060101010101" charset="-122"/>
            </a:endParaRPr>
          </a:p>
          <a:p>
            <a:pPr>
              <a:lnSpc>
                <a:spcPct val="130000"/>
              </a:lnSpc>
            </a:pPr>
            <a:r>
              <a:rPr lang="zh-CN" altLang="en-US" sz="3200" spc="400">
                <a:solidFill>
                  <a:srgbClr val="50A782"/>
                </a:solidFill>
                <a:uFillTx/>
                <a:latin typeface="黑体" panose="02010609060101010101" charset="-122"/>
                <a:ea typeface="黑体" panose="02010609060101010101" charset="-122"/>
              </a:rPr>
              <a:t>（</a:t>
            </a:r>
            <a:r>
              <a:rPr lang="en-US" altLang="zh-CN" sz="3200" spc="400">
                <a:solidFill>
                  <a:srgbClr val="50A782"/>
                </a:solidFill>
                <a:uFillTx/>
                <a:latin typeface="黑体" panose="02010609060101010101" charset="-122"/>
                <a:ea typeface="黑体" panose="02010609060101010101" charset="-122"/>
              </a:rPr>
              <a:t>2</a:t>
            </a:r>
            <a:r>
              <a:rPr lang="zh-CN" altLang="en-US" sz="3200" spc="400">
                <a:solidFill>
                  <a:srgbClr val="50A782"/>
                </a:solidFill>
                <a:uFillTx/>
                <a:latin typeface="黑体" panose="02010609060101010101" charset="-122"/>
                <a:ea typeface="黑体" panose="02010609060101010101" charset="-122"/>
              </a:rPr>
              <a:t>）他们之间发生了什么事？</a:t>
            </a:r>
            <a:endParaRPr lang="zh-CN" altLang="en-US" sz="3200" spc="400">
              <a:solidFill>
                <a:srgbClr val="50A782"/>
              </a:solidFill>
              <a:uFillTx/>
              <a:latin typeface="黑体" panose="02010609060101010101" charset="-122"/>
              <a:ea typeface="黑体" panose="02010609060101010101" charset="-122"/>
            </a:endParaRPr>
          </a:p>
          <a:p>
            <a:pPr>
              <a:lnSpc>
                <a:spcPct val="130000"/>
              </a:lnSpc>
            </a:pPr>
            <a:endParaRPr lang="zh-CN" altLang="en-US" sz="3200" spc="400">
              <a:solidFill>
                <a:srgbClr val="50A782"/>
              </a:solidFill>
              <a:uFillTx/>
              <a:latin typeface="黑体" panose="02010609060101010101" charset="-122"/>
              <a:ea typeface="黑体" panose="02010609060101010101" charset="-122"/>
            </a:endParaRPr>
          </a:p>
        </p:txBody>
      </p:sp>
    </p:spTree>
    <p:custDataLst>
      <p:tags r:id="rId3"/>
    </p:custDataLst>
  </p:cSld>
  <p:clrMapOvr>
    <a:masterClrMapping/>
  </p:clrMapOvr>
  <p:transition>
    <p:random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/>
        </p:nvSpPr>
        <p:spPr>
          <a:xfrm>
            <a:off x="1351915" y="1109345"/>
            <a:ext cx="9411970" cy="44119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lnSpc>
                <a:spcPct val="130000"/>
              </a:lnSpc>
            </a:pPr>
            <a:r>
              <a:rPr lang="zh-CN" altLang="en-US" sz="3600" b="1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回家后，和爸爸妈妈一起读这则寓言故事</a:t>
            </a:r>
            <a:r>
              <a:rPr lang="en-US" altLang="zh-CN" sz="3600" b="1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.</a:t>
            </a:r>
            <a:endParaRPr lang="en-US" altLang="zh-CN" sz="3600" b="1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+mn-ea"/>
            </a:endParaRPr>
          </a:p>
          <a:p>
            <a:pPr>
              <a:lnSpc>
                <a:spcPct val="130000"/>
              </a:lnSpc>
            </a:pPr>
            <a:r>
              <a:rPr lang="zh-CN" altLang="en-US" sz="3600" b="1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想一想</a:t>
            </a:r>
            <a:r>
              <a:rPr lang="en-US" altLang="zh-CN" sz="3600" b="1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:</a:t>
            </a:r>
            <a:endParaRPr lang="zh-CN" altLang="en-US" sz="3600" b="1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>
              <a:lnSpc>
                <a:spcPct val="130000"/>
              </a:lnSpc>
            </a:pPr>
            <a:r>
              <a:rPr lang="en-US" altLang="zh-CN" sz="3600" b="1" dirty="0">
                <a:solidFill>
                  <a:srgbClr val="FF0000"/>
                </a:solidFill>
                <a:latin typeface="楷体_GB2312" panose="02010609030101010101" charset="-122"/>
                <a:ea typeface="楷体_GB2312" panose="02010609030101010101" charset="-122"/>
                <a:sym typeface="+mn-ea"/>
              </a:rPr>
              <a:t>(1)</a:t>
            </a:r>
            <a:r>
              <a:rPr lang="zh-CN" altLang="en-US" sz="3600" b="1" dirty="0">
                <a:solidFill>
                  <a:srgbClr val="FF0000"/>
                </a:solidFill>
                <a:latin typeface="楷体_GB2312" panose="02010609030101010101" charset="-122"/>
                <a:ea typeface="楷体_GB2312" panose="02010609030101010101" charset="-122"/>
                <a:sym typeface="+mn-ea"/>
              </a:rPr>
              <a:t>狐狸一共说了几次话？</a:t>
            </a:r>
            <a:endParaRPr lang="zh-CN" altLang="en-US" sz="3600" b="1" dirty="0">
              <a:solidFill>
                <a:srgbClr val="FF0000"/>
              </a:solidFill>
              <a:latin typeface="楷体_GB2312" panose="02010609030101010101" charset="-122"/>
              <a:ea typeface="楷体_GB2312" panose="02010609030101010101" charset="-122"/>
            </a:endParaRPr>
          </a:p>
          <a:p>
            <a:pPr>
              <a:lnSpc>
                <a:spcPct val="130000"/>
              </a:lnSpc>
            </a:pPr>
            <a:r>
              <a:rPr lang="zh-CN" altLang="en-US" sz="3600" b="1" dirty="0">
                <a:latin typeface="楷体_GB2312" panose="02010609030101010101" charset="-122"/>
                <a:ea typeface="楷体_GB2312" panose="02010609030101010101" charset="-122"/>
                <a:sym typeface="+mn-ea"/>
              </a:rPr>
              <a:t>请用“</a:t>
            </a:r>
            <a:r>
              <a:rPr lang="en-US" altLang="zh-CN" sz="3600" b="1">
                <a:solidFill>
                  <a:srgbClr val="FF0000"/>
                </a:solidFill>
                <a:ea typeface="楷体_GB2312" panose="02010609030101010101" charset="-122"/>
                <a:sym typeface="+mn-ea"/>
              </a:rPr>
              <a:t>——</a:t>
            </a:r>
            <a:r>
              <a:rPr lang="en-US" altLang="zh-CN" sz="3600" b="1" dirty="0">
                <a:latin typeface="楷体_GB2312" panose="02010609030101010101" charset="-122"/>
                <a:ea typeface="楷体_GB2312" panose="02010609030101010101" charset="-122"/>
                <a:sym typeface="+mn-ea"/>
              </a:rPr>
              <a:t>”</a:t>
            </a:r>
            <a:r>
              <a:rPr lang="zh-CN" altLang="en-US" sz="3600" b="1" dirty="0">
                <a:latin typeface="楷体_GB2312" panose="02010609030101010101" charset="-122"/>
                <a:ea typeface="楷体_GB2312" panose="02010609030101010101" charset="-122"/>
                <a:sym typeface="+mn-ea"/>
              </a:rPr>
              <a:t>画下来</a:t>
            </a:r>
            <a:r>
              <a:rPr lang="en-US" altLang="zh-CN" sz="3600" b="1" dirty="0">
                <a:latin typeface="楷体_GB2312" panose="02010609030101010101" charset="-122"/>
                <a:ea typeface="楷体_GB2312" panose="02010609030101010101" charset="-122"/>
                <a:sym typeface="+mn-ea"/>
              </a:rPr>
              <a:t>.</a:t>
            </a:r>
            <a:endParaRPr lang="zh-CN" altLang="en-US" sz="3600" b="1">
              <a:latin typeface="楷体_GB2312" panose="02010609030101010101" charset="-122"/>
              <a:ea typeface="楷体_GB2312" panose="02010609030101010101" charset="-122"/>
            </a:endParaRPr>
          </a:p>
          <a:p>
            <a:pPr>
              <a:lnSpc>
                <a:spcPct val="130000"/>
              </a:lnSpc>
            </a:pPr>
            <a:r>
              <a:rPr lang="en-US" altLang="zh-CN" sz="3600" b="1" dirty="0">
                <a:solidFill>
                  <a:srgbClr val="FF0000"/>
                </a:solidFill>
                <a:latin typeface="楷体_GB2312" panose="02010609030101010101" charset="-122"/>
                <a:ea typeface="楷体_GB2312" panose="02010609030101010101" charset="-122"/>
                <a:sym typeface="+mn-ea"/>
              </a:rPr>
              <a:t>(2)</a:t>
            </a:r>
            <a:r>
              <a:rPr lang="zh-CN" altLang="en-US" sz="3600" b="1" dirty="0">
                <a:solidFill>
                  <a:srgbClr val="FF0000"/>
                </a:solidFill>
                <a:latin typeface="楷体_GB2312" panose="02010609030101010101" charset="-122"/>
                <a:ea typeface="楷体_GB2312" panose="02010609030101010101" charset="-122"/>
                <a:sym typeface="+mn-ea"/>
              </a:rPr>
              <a:t>乌鸦每次听后都有什么样的表现？</a:t>
            </a:r>
            <a:endParaRPr lang="zh-CN" altLang="en-US" sz="3600" b="1" dirty="0">
              <a:solidFill>
                <a:srgbClr val="FF0000"/>
              </a:solidFill>
              <a:latin typeface="楷体_GB2312" panose="02010609030101010101" charset="-122"/>
              <a:ea typeface="楷体_GB2312" panose="02010609030101010101" charset="-122"/>
            </a:endParaRPr>
          </a:p>
          <a:p>
            <a:pPr>
              <a:lnSpc>
                <a:spcPct val="130000"/>
              </a:lnSpc>
            </a:pPr>
            <a:r>
              <a:rPr lang="zh-CN" altLang="en-US" sz="3600" b="1" dirty="0">
                <a:latin typeface="楷体_GB2312" panose="02010609030101010101" charset="-122"/>
                <a:ea typeface="楷体_GB2312" panose="02010609030101010101" charset="-122"/>
                <a:sym typeface="微软雅黑" panose="020B0503020204020204" charset="-122"/>
              </a:rPr>
              <a:t>请用“    </a:t>
            </a:r>
            <a:r>
              <a:rPr lang="en-US" altLang="zh-CN" sz="3600" b="1" dirty="0">
                <a:latin typeface="楷体_GB2312" panose="02010609030101010101" charset="-122"/>
                <a:ea typeface="楷体_GB2312" panose="02010609030101010101" charset="-122"/>
                <a:sym typeface="微软雅黑" panose="020B0503020204020204" charset="-122"/>
              </a:rPr>
              <a:t>”</a:t>
            </a:r>
            <a:r>
              <a:rPr lang="zh-CN" altLang="en-US" sz="3600" b="1" dirty="0">
                <a:latin typeface="楷体_GB2312" panose="02010609030101010101" charset="-122"/>
                <a:ea typeface="楷体_GB2312" panose="02010609030101010101" charset="-122"/>
                <a:sym typeface="微软雅黑" panose="020B0503020204020204" charset="-122"/>
              </a:rPr>
              <a:t>画下来。</a:t>
            </a:r>
            <a:endParaRPr lang="zh-CN" altLang="en-US" sz="3600"/>
          </a:p>
        </p:txBody>
      </p:sp>
      <p:sp>
        <p:nvSpPr>
          <p:cNvPr id="5" name="任意多边形 4"/>
          <p:cNvSpPr/>
          <p:nvPr/>
        </p:nvSpPr>
        <p:spPr>
          <a:xfrm>
            <a:off x="2811145" y="5158423"/>
            <a:ext cx="952500" cy="180975"/>
          </a:xfrm>
          <a:custGeom>
            <a:avLst/>
            <a:gdLst>
              <a:gd name="connisteX0" fmla="*/ 0 w 600075"/>
              <a:gd name="connsiteY0" fmla="*/ 152400 h 152400"/>
              <a:gd name="connisteX1" fmla="*/ 95250 w 600075"/>
              <a:gd name="connsiteY1" fmla="*/ 38100 h 152400"/>
              <a:gd name="connisteX2" fmla="*/ 238125 w 600075"/>
              <a:gd name="connsiteY2" fmla="*/ 133350 h 152400"/>
              <a:gd name="connisteX3" fmla="*/ 352425 w 600075"/>
              <a:gd name="connsiteY3" fmla="*/ 0 h 152400"/>
              <a:gd name="connisteX4" fmla="*/ 457200 w 600075"/>
              <a:gd name="connsiteY4" fmla="*/ 133350 h 152400"/>
              <a:gd name="connisteX5" fmla="*/ 600075 w 600075"/>
              <a:gd name="connsiteY5" fmla="*/ 19050 h 152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</a:cxnLst>
            <a:rect l="l" t="t" r="r" b="b"/>
            <a:pathLst>
              <a:path w="600075" h="152400">
                <a:moveTo>
                  <a:pt x="0" y="152400"/>
                </a:moveTo>
                <a:cubicBezTo>
                  <a:pt x="15875" y="127635"/>
                  <a:pt x="47625" y="41910"/>
                  <a:pt x="95250" y="38100"/>
                </a:cubicBezTo>
                <a:cubicBezTo>
                  <a:pt x="142875" y="34290"/>
                  <a:pt x="186690" y="140970"/>
                  <a:pt x="238125" y="133350"/>
                </a:cubicBezTo>
                <a:cubicBezTo>
                  <a:pt x="289560" y="125730"/>
                  <a:pt x="308610" y="0"/>
                  <a:pt x="352425" y="0"/>
                </a:cubicBezTo>
                <a:cubicBezTo>
                  <a:pt x="396240" y="0"/>
                  <a:pt x="407670" y="129540"/>
                  <a:pt x="457200" y="133350"/>
                </a:cubicBezTo>
                <a:cubicBezTo>
                  <a:pt x="506730" y="137160"/>
                  <a:pt x="573405" y="44450"/>
                  <a:pt x="600075" y="19050"/>
                </a:cubicBezTo>
              </a:path>
            </a:pathLst>
          </a:custGeom>
          <a:noFill/>
          <a:ln w="317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 fontAlgn="auto"/>
            <a:endParaRPr lang="zh-CN" altLang="en-US" strike="noStrike" noProof="1"/>
          </a:p>
        </p:txBody>
      </p:sp>
    </p:spTree>
    <p:custDataLst>
      <p:tags r:id="rId1"/>
    </p:custDataLst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6386" name="矩形 2"/>
          <p:cNvSpPr/>
          <p:nvPr/>
        </p:nvSpPr>
        <p:spPr>
          <a:xfrm>
            <a:off x="0" y="1690688"/>
            <a:ext cx="12192000" cy="1465263"/>
          </a:xfrm>
          <a:prstGeom prst="rect">
            <a:avLst/>
          </a:prstGeom>
          <a:solidFill>
            <a:schemeClr val="accent6">
              <a:lumMod val="20000"/>
              <a:lumOff val="80000"/>
              <a:alpha val="40000"/>
            </a:schemeClr>
          </a:solidFill>
          <a:ln w="9525">
            <a:noFill/>
          </a:ln>
        </p:spPr>
        <p:txBody>
          <a:bodyPr lIns="120226" tIns="62653" rIns="120226" bIns="62653" anchor="ctr"/>
          <a:p>
            <a:pPr algn="ctr" eaLnBrk="0" fontAlgn="base" hangingPunct="0"/>
            <a:endParaRPr lang="zh-CN" altLang="en-US" sz="2400" strike="noStrike" noProof="1" dirty="0">
              <a:solidFill>
                <a:srgbClr val="FFFFFF"/>
              </a:solidFill>
              <a:latin typeface="仿宋" panose="02010609060101010101" charset="-122"/>
              <a:ea typeface="微软雅黑" panose="020B0503020204020204" charset="-122"/>
            </a:endParaRPr>
          </a:p>
        </p:txBody>
      </p:sp>
      <p:sp>
        <p:nvSpPr>
          <p:cNvPr id="16387" name="Text Box 3"/>
          <p:cNvSpPr txBox="1"/>
          <p:nvPr/>
        </p:nvSpPr>
        <p:spPr>
          <a:xfrm>
            <a:off x="1079500" y="3429000"/>
            <a:ext cx="6661150" cy="666750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 marR="0" defTabSz="914400" eaLnBrk="0" fontAlgn="auto" hangingPunct="0"/>
            <a:r>
              <a:rPr kumimoji="0" lang="zh-CN" altLang="en-US" sz="3735" b="1" i="0" kern="1200" cap="none" spc="0" normalizeH="0" baseline="0" noProof="1" dirty="0">
                <a:solidFill>
                  <a:srgbClr val="B2DC7B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  <a:sym typeface="+mn-ea"/>
              </a:rPr>
              <a:t>更多精彩内容，敬请关注</a:t>
            </a:r>
            <a:endParaRPr kumimoji="0" lang="zh-CN" altLang="en-US" sz="3735" b="1" i="0" u="sng" kern="1200" cap="none" spc="0" normalizeH="0" baseline="0" noProof="1" dirty="0">
              <a:solidFill>
                <a:srgbClr val="B2DC7B"/>
              </a:solidFill>
              <a:latin typeface="Arial" panose="020B0604020202020204" pitchFamily="34" charset="0"/>
              <a:ea typeface="宋体" panose="02010600030101010101" pitchFamily="2" charset="-122"/>
              <a:cs typeface="+mn-cs"/>
              <a:sym typeface="+mn-ea"/>
            </a:endParaRPr>
          </a:p>
        </p:txBody>
      </p:sp>
      <p:sp>
        <p:nvSpPr>
          <p:cNvPr id="16388" name="Freeform 5"/>
          <p:cNvSpPr>
            <a:spLocks noEditPoints="1"/>
          </p:cNvSpPr>
          <p:nvPr/>
        </p:nvSpPr>
        <p:spPr>
          <a:xfrm>
            <a:off x="4548188" y="1984375"/>
            <a:ext cx="4679950" cy="900113"/>
          </a:xfrm>
          <a:custGeom>
            <a:avLst/>
            <a:gdLst/>
            <a:ahLst/>
            <a:cxnLst>
              <a:cxn ang="0">
                <a:pos x="6476" y="3745"/>
              </a:cxn>
              <a:cxn ang="0">
                <a:pos x="1689" y="3695"/>
              </a:cxn>
              <a:cxn ang="0">
                <a:pos x="15455" y="2424"/>
              </a:cxn>
              <a:cxn ang="0">
                <a:pos x="16427" y="3864"/>
              </a:cxn>
              <a:cxn ang="0">
                <a:pos x="15200" y="3118"/>
              </a:cxn>
              <a:cxn ang="0">
                <a:pos x="17570" y="3373"/>
              </a:cxn>
              <a:cxn ang="0">
                <a:pos x="14722" y="2542"/>
              </a:cxn>
              <a:cxn ang="0">
                <a:pos x="14722" y="2407"/>
              </a:cxn>
              <a:cxn ang="0">
                <a:pos x="6323" y="2508"/>
              </a:cxn>
              <a:cxn ang="0">
                <a:pos x="1740" y="2508"/>
              </a:cxn>
              <a:cxn ang="0">
                <a:pos x="7704" y="1373"/>
              </a:cxn>
              <a:cxn ang="0">
                <a:pos x="7329" y="1373"/>
              </a:cxn>
              <a:cxn ang="0">
                <a:pos x="3274" y="2847"/>
              </a:cxn>
              <a:cxn ang="0">
                <a:pos x="5453" y="3220"/>
              </a:cxn>
              <a:cxn ang="0">
                <a:pos x="4840" y="1847"/>
              </a:cxn>
              <a:cxn ang="0">
                <a:pos x="5126" y="1338"/>
              </a:cxn>
              <a:cxn ang="0">
                <a:pos x="1177" y="2966"/>
              </a:cxn>
              <a:cxn ang="0">
                <a:pos x="0" y="1508"/>
              </a:cxn>
              <a:cxn ang="0">
                <a:pos x="6323" y="1813"/>
              </a:cxn>
              <a:cxn ang="0">
                <a:pos x="1740" y="1813"/>
              </a:cxn>
              <a:cxn ang="0">
                <a:pos x="15080" y="1356"/>
              </a:cxn>
              <a:cxn ang="0">
                <a:pos x="16461" y="1373"/>
              </a:cxn>
              <a:cxn ang="0">
                <a:pos x="14927" y="814"/>
              </a:cxn>
              <a:cxn ang="0">
                <a:pos x="16615" y="1051"/>
              </a:cxn>
              <a:cxn ang="0">
                <a:pos x="6493" y="610"/>
              </a:cxn>
              <a:cxn ang="0">
                <a:pos x="6493" y="610"/>
              </a:cxn>
              <a:cxn ang="0">
                <a:pos x="2081" y="898"/>
              </a:cxn>
              <a:cxn ang="0">
                <a:pos x="10429" y="2610"/>
              </a:cxn>
              <a:cxn ang="0">
                <a:pos x="11691" y="2186"/>
              </a:cxn>
              <a:cxn ang="0">
                <a:pos x="12373" y="2407"/>
              </a:cxn>
              <a:cxn ang="0">
                <a:pos x="12645" y="4000"/>
              </a:cxn>
              <a:cxn ang="0">
                <a:pos x="11537" y="3745"/>
              </a:cxn>
              <a:cxn ang="0">
                <a:pos x="9133" y="3966"/>
              </a:cxn>
              <a:cxn ang="0">
                <a:pos x="9883" y="678"/>
              </a:cxn>
              <a:cxn ang="0">
                <a:pos x="9150" y="186"/>
              </a:cxn>
              <a:cxn ang="0">
                <a:pos x="11469" y="458"/>
              </a:cxn>
              <a:cxn ang="0">
                <a:pos x="12492" y="2763"/>
              </a:cxn>
              <a:cxn ang="0">
                <a:pos x="11469" y="2779"/>
              </a:cxn>
              <a:cxn ang="0">
                <a:pos x="5692" y="932"/>
              </a:cxn>
              <a:cxn ang="0">
                <a:pos x="1109" y="932"/>
              </a:cxn>
              <a:cxn ang="0">
                <a:pos x="17109" y="492"/>
              </a:cxn>
              <a:cxn ang="0">
                <a:pos x="15251" y="508"/>
              </a:cxn>
              <a:cxn ang="0">
                <a:pos x="16189" y="644"/>
              </a:cxn>
              <a:cxn ang="0">
                <a:pos x="17075" y="1407"/>
              </a:cxn>
              <a:cxn ang="0">
                <a:pos x="15080" y="1864"/>
              </a:cxn>
              <a:cxn ang="0">
                <a:pos x="14552" y="644"/>
              </a:cxn>
              <a:cxn ang="0">
                <a:pos x="6272" y="0"/>
              </a:cxn>
              <a:cxn ang="0">
                <a:pos x="7244" y="3610"/>
              </a:cxn>
              <a:cxn ang="0">
                <a:pos x="7295" y="915"/>
              </a:cxn>
              <a:cxn ang="0">
                <a:pos x="8693" y="915"/>
              </a:cxn>
              <a:cxn ang="0">
                <a:pos x="7244" y="3627"/>
              </a:cxn>
              <a:cxn ang="0">
                <a:pos x="6187" y="2644"/>
              </a:cxn>
              <a:cxn ang="0">
                <a:pos x="6101" y="424"/>
              </a:cxn>
              <a:cxn ang="0">
                <a:pos x="2200" y="424"/>
              </a:cxn>
              <a:cxn ang="0">
                <a:pos x="3325" y="3254"/>
              </a:cxn>
              <a:cxn ang="0">
                <a:pos x="3325" y="0"/>
              </a:cxn>
              <a:cxn ang="0">
                <a:pos x="3888" y="1068"/>
              </a:cxn>
              <a:cxn ang="0">
                <a:pos x="1671" y="3712"/>
              </a:cxn>
              <a:cxn ang="0">
                <a:pos x="989" y="2508"/>
              </a:cxn>
              <a:cxn ang="0">
                <a:pos x="1689" y="0"/>
              </a:cxn>
            </a:cxnLst>
            <a:pathLst>
              <a:path w="17843" h="4118">
                <a:moveTo>
                  <a:pt x="6664" y="2746"/>
                </a:moveTo>
                <a:cubicBezTo>
                  <a:pt x="6573" y="3028"/>
                  <a:pt x="6471" y="3294"/>
                  <a:pt x="6357" y="3542"/>
                </a:cubicBezTo>
                <a:cubicBezTo>
                  <a:pt x="6334" y="3587"/>
                  <a:pt x="6306" y="3638"/>
                  <a:pt x="6272" y="3695"/>
                </a:cubicBezTo>
                <a:cubicBezTo>
                  <a:pt x="6272" y="3695"/>
                  <a:pt x="6277" y="3695"/>
                  <a:pt x="6289" y="3695"/>
                </a:cubicBezTo>
                <a:cubicBezTo>
                  <a:pt x="6368" y="3729"/>
                  <a:pt x="6431" y="3745"/>
                  <a:pt x="6476" y="3745"/>
                </a:cubicBezTo>
                <a:cubicBezTo>
                  <a:pt x="6601" y="3757"/>
                  <a:pt x="6664" y="3672"/>
                  <a:pt x="6664" y="3491"/>
                </a:cubicBezTo>
                <a:cubicBezTo>
                  <a:pt x="6664" y="3243"/>
                  <a:pt x="6664" y="2994"/>
                  <a:pt x="6664" y="2746"/>
                </a:cubicBezTo>
                <a:close/>
                <a:moveTo>
                  <a:pt x="2081" y="2746"/>
                </a:moveTo>
                <a:cubicBezTo>
                  <a:pt x="1990" y="3028"/>
                  <a:pt x="1887" y="3294"/>
                  <a:pt x="1774" y="3542"/>
                </a:cubicBezTo>
                <a:cubicBezTo>
                  <a:pt x="1751" y="3587"/>
                  <a:pt x="1723" y="3638"/>
                  <a:pt x="1689" y="3695"/>
                </a:cubicBezTo>
                <a:cubicBezTo>
                  <a:pt x="1689" y="3695"/>
                  <a:pt x="1694" y="3695"/>
                  <a:pt x="1706" y="3695"/>
                </a:cubicBezTo>
                <a:cubicBezTo>
                  <a:pt x="1785" y="3729"/>
                  <a:pt x="1848" y="3745"/>
                  <a:pt x="1893" y="3745"/>
                </a:cubicBezTo>
                <a:cubicBezTo>
                  <a:pt x="2018" y="3757"/>
                  <a:pt x="2081" y="3672"/>
                  <a:pt x="2081" y="3491"/>
                </a:cubicBezTo>
                <a:cubicBezTo>
                  <a:pt x="2081" y="3243"/>
                  <a:pt x="2081" y="2994"/>
                  <a:pt x="2081" y="2746"/>
                </a:cubicBezTo>
                <a:close/>
                <a:moveTo>
                  <a:pt x="15455" y="2424"/>
                </a:moveTo>
                <a:cubicBezTo>
                  <a:pt x="15688" y="2424"/>
                  <a:pt x="15922" y="2424"/>
                  <a:pt x="16155" y="2424"/>
                </a:cubicBezTo>
                <a:cubicBezTo>
                  <a:pt x="16155" y="2553"/>
                  <a:pt x="16155" y="2683"/>
                  <a:pt x="16155" y="2813"/>
                </a:cubicBezTo>
                <a:cubicBezTo>
                  <a:pt x="16155" y="2836"/>
                  <a:pt x="16155" y="2853"/>
                  <a:pt x="16155" y="2864"/>
                </a:cubicBezTo>
                <a:cubicBezTo>
                  <a:pt x="16802" y="3474"/>
                  <a:pt x="17365" y="3864"/>
                  <a:pt x="17843" y="4034"/>
                </a:cubicBezTo>
                <a:cubicBezTo>
                  <a:pt x="17024" y="4090"/>
                  <a:pt x="16552" y="4034"/>
                  <a:pt x="16427" y="3864"/>
                </a:cubicBezTo>
                <a:cubicBezTo>
                  <a:pt x="16359" y="3808"/>
                  <a:pt x="16297" y="3751"/>
                  <a:pt x="16240" y="3695"/>
                </a:cubicBezTo>
                <a:cubicBezTo>
                  <a:pt x="16047" y="3548"/>
                  <a:pt x="15910" y="3429"/>
                  <a:pt x="15831" y="3339"/>
                </a:cubicBezTo>
                <a:cubicBezTo>
                  <a:pt x="15683" y="3486"/>
                  <a:pt x="15501" y="3638"/>
                  <a:pt x="15285" y="3796"/>
                </a:cubicBezTo>
                <a:cubicBezTo>
                  <a:pt x="14989" y="4034"/>
                  <a:pt x="14484" y="4113"/>
                  <a:pt x="13767" y="4034"/>
                </a:cubicBezTo>
                <a:cubicBezTo>
                  <a:pt x="14177" y="3909"/>
                  <a:pt x="14654" y="3604"/>
                  <a:pt x="15200" y="3118"/>
                </a:cubicBezTo>
                <a:cubicBezTo>
                  <a:pt x="15370" y="2972"/>
                  <a:pt x="15455" y="2830"/>
                  <a:pt x="15455" y="2695"/>
                </a:cubicBezTo>
                <a:cubicBezTo>
                  <a:pt x="15455" y="2604"/>
                  <a:pt x="15455" y="2514"/>
                  <a:pt x="15455" y="2424"/>
                </a:cubicBezTo>
                <a:close/>
                <a:moveTo>
                  <a:pt x="16916" y="2083"/>
                </a:moveTo>
                <a:cubicBezTo>
                  <a:pt x="17384" y="2083"/>
                  <a:pt x="17602" y="2248"/>
                  <a:pt x="17570" y="2576"/>
                </a:cubicBezTo>
                <a:cubicBezTo>
                  <a:pt x="17570" y="2842"/>
                  <a:pt x="17570" y="3107"/>
                  <a:pt x="17570" y="3373"/>
                </a:cubicBezTo>
                <a:cubicBezTo>
                  <a:pt x="17337" y="3373"/>
                  <a:pt x="17104" y="3373"/>
                  <a:pt x="16871" y="3373"/>
                </a:cubicBezTo>
                <a:cubicBezTo>
                  <a:pt x="16871" y="3118"/>
                  <a:pt x="16871" y="2864"/>
                  <a:pt x="16871" y="2610"/>
                </a:cubicBezTo>
                <a:cubicBezTo>
                  <a:pt x="16893" y="2373"/>
                  <a:pt x="16746" y="2260"/>
                  <a:pt x="16427" y="2271"/>
                </a:cubicBezTo>
                <a:cubicBezTo>
                  <a:pt x="15995" y="2271"/>
                  <a:pt x="15563" y="2271"/>
                  <a:pt x="15131" y="2271"/>
                </a:cubicBezTo>
                <a:cubicBezTo>
                  <a:pt x="14916" y="2260"/>
                  <a:pt x="14779" y="2350"/>
                  <a:pt x="14722" y="2542"/>
                </a:cubicBezTo>
                <a:cubicBezTo>
                  <a:pt x="14722" y="2836"/>
                  <a:pt x="14722" y="3130"/>
                  <a:pt x="14722" y="3423"/>
                </a:cubicBezTo>
                <a:cubicBezTo>
                  <a:pt x="14489" y="3423"/>
                  <a:pt x="14256" y="3423"/>
                  <a:pt x="14023" y="3423"/>
                </a:cubicBezTo>
                <a:cubicBezTo>
                  <a:pt x="14023" y="2977"/>
                  <a:pt x="14023" y="2531"/>
                  <a:pt x="14023" y="2085"/>
                </a:cubicBezTo>
                <a:cubicBezTo>
                  <a:pt x="14256" y="2085"/>
                  <a:pt x="14489" y="2085"/>
                  <a:pt x="14722" y="2085"/>
                </a:cubicBezTo>
                <a:cubicBezTo>
                  <a:pt x="14722" y="2192"/>
                  <a:pt x="14722" y="2299"/>
                  <a:pt x="14722" y="2407"/>
                </a:cubicBezTo>
                <a:cubicBezTo>
                  <a:pt x="14756" y="2192"/>
                  <a:pt x="14927" y="2085"/>
                  <a:pt x="15234" y="2085"/>
                </a:cubicBezTo>
                <a:cubicBezTo>
                  <a:pt x="15762" y="2085"/>
                  <a:pt x="16291" y="2085"/>
                  <a:pt x="16820" y="2085"/>
                </a:cubicBezTo>
                <a:cubicBezTo>
                  <a:pt x="16853" y="2083"/>
                  <a:pt x="16885" y="2083"/>
                  <a:pt x="16916" y="2083"/>
                </a:cubicBezTo>
                <a:close/>
                <a:moveTo>
                  <a:pt x="6323" y="1966"/>
                </a:moveTo>
                <a:cubicBezTo>
                  <a:pt x="6323" y="2147"/>
                  <a:pt x="6323" y="2328"/>
                  <a:pt x="6323" y="2508"/>
                </a:cubicBezTo>
                <a:cubicBezTo>
                  <a:pt x="6437" y="2508"/>
                  <a:pt x="6550" y="2508"/>
                  <a:pt x="6664" y="2508"/>
                </a:cubicBezTo>
                <a:cubicBezTo>
                  <a:pt x="6664" y="2328"/>
                  <a:pt x="6664" y="2147"/>
                  <a:pt x="6664" y="1966"/>
                </a:cubicBezTo>
                <a:cubicBezTo>
                  <a:pt x="6550" y="1966"/>
                  <a:pt x="6437" y="1966"/>
                  <a:pt x="6323" y="1966"/>
                </a:cubicBezTo>
                <a:close/>
                <a:moveTo>
                  <a:pt x="1740" y="1966"/>
                </a:moveTo>
                <a:cubicBezTo>
                  <a:pt x="1740" y="2147"/>
                  <a:pt x="1740" y="2328"/>
                  <a:pt x="1740" y="2508"/>
                </a:cubicBezTo>
                <a:cubicBezTo>
                  <a:pt x="1853" y="2508"/>
                  <a:pt x="1967" y="2508"/>
                  <a:pt x="2081" y="2508"/>
                </a:cubicBezTo>
                <a:cubicBezTo>
                  <a:pt x="2081" y="2328"/>
                  <a:pt x="2081" y="2147"/>
                  <a:pt x="2081" y="1966"/>
                </a:cubicBezTo>
                <a:cubicBezTo>
                  <a:pt x="1967" y="1966"/>
                  <a:pt x="1853" y="1966"/>
                  <a:pt x="1740" y="1966"/>
                </a:cubicBezTo>
                <a:close/>
                <a:moveTo>
                  <a:pt x="7329" y="1373"/>
                </a:moveTo>
                <a:cubicBezTo>
                  <a:pt x="7454" y="1373"/>
                  <a:pt x="7579" y="1373"/>
                  <a:pt x="7704" y="1373"/>
                </a:cubicBezTo>
                <a:cubicBezTo>
                  <a:pt x="7704" y="1599"/>
                  <a:pt x="7727" y="1943"/>
                  <a:pt x="7772" y="2407"/>
                </a:cubicBezTo>
                <a:cubicBezTo>
                  <a:pt x="7772" y="2542"/>
                  <a:pt x="7795" y="2683"/>
                  <a:pt x="7840" y="2830"/>
                </a:cubicBezTo>
                <a:cubicBezTo>
                  <a:pt x="7840" y="2842"/>
                  <a:pt x="7846" y="2847"/>
                  <a:pt x="7858" y="2847"/>
                </a:cubicBezTo>
                <a:cubicBezTo>
                  <a:pt x="7539" y="2870"/>
                  <a:pt x="7380" y="2723"/>
                  <a:pt x="7380" y="2407"/>
                </a:cubicBezTo>
                <a:cubicBezTo>
                  <a:pt x="7346" y="2068"/>
                  <a:pt x="7329" y="1723"/>
                  <a:pt x="7329" y="1373"/>
                </a:cubicBezTo>
                <a:close/>
                <a:moveTo>
                  <a:pt x="2746" y="1373"/>
                </a:moveTo>
                <a:cubicBezTo>
                  <a:pt x="2871" y="1373"/>
                  <a:pt x="2996" y="1373"/>
                  <a:pt x="3121" y="1373"/>
                </a:cubicBezTo>
                <a:cubicBezTo>
                  <a:pt x="3121" y="1599"/>
                  <a:pt x="3144" y="1943"/>
                  <a:pt x="3189" y="2407"/>
                </a:cubicBezTo>
                <a:cubicBezTo>
                  <a:pt x="3189" y="2542"/>
                  <a:pt x="3212" y="2683"/>
                  <a:pt x="3257" y="2830"/>
                </a:cubicBezTo>
                <a:cubicBezTo>
                  <a:pt x="3257" y="2842"/>
                  <a:pt x="3263" y="2847"/>
                  <a:pt x="3274" y="2847"/>
                </a:cubicBezTo>
                <a:cubicBezTo>
                  <a:pt x="2956" y="2870"/>
                  <a:pt x="2797" y="2723"/>
                  <a:pt x="2797" y="2407"/>
                </a:cubicBezTo>
                <a:cubicBezTo>
                  <a:pt x="2763" y="2068"/>
                  <a:pt x="2746" y="1723"/>
                  <a:pt x="2746" y="1373"/>
                </a:cubicBezTo>
                <a:close/>
                <a:moveTo>
                  <a:pt x="5126" y="1338"/>
                </a:moveTo>
                <a:cubicBezTo>
                  <a:pt x="5355" y="1344"/>
                  <a:pt x="5464" y="1474"/>
                  <a:pt x="5453" y="1729"/>
                </a:cubicBezTo>
                <a:cubicBezTo>
                  <a:pt x="5453" y="2226"/>
                  <a:pt x="5453" y="2723"/>
                  <a:pt x="5453" y="3220"/>
                </a:cubicBezTo>
                <a:cubicBezTo>
                  <a:pt x="5442" y="3367"/>
                  <a:pt x="5459" y="3435"/>
                  <a:pt x="5505" y="3423"/>
                </a:cubicBezTo>
                <a:cubicBezTo>
                  <a:pt x="5561" y="3446"/>
                  <a:pt x="5647" y="3294"/>
                  <a:pt x="5760" y="2966"/>
                </a:cubicBezTo>
                <a:cubicBezTo>
                  <a:pt x="5760" y="3610"/>
                  <a:pt x="5573" y="3943"/>
                  <a:pt x="5198" y="3966"/>
                </a:cubicBezTo>
                <a:cubicBezTo>
                  <a:pt x="4959" y="3954"/>
                  <a:pt x="4840" y="3802"/>
                  <a:pt x="4840" y="3508"/>
                </a:cubicBezTo>
                <a:cubicBezTo>
                  <a:pt x="4840" y="2955"/>
                  <a:pt x="4840" y="2401"/>
                  <a:pt x="4840" y="1847"/>
                </a:cubicBezTo>
                <a:cubicBezTo>
                  <a:pt x="4840" y="1610"/>
                  <a:pt x="4788" y="1497"/>
                  <a:pt x="4686" y="1508"/>
                </a:cubicBezTo>
                <a:cubicBezTo>
                  <a:pt x="4652" y="1508"/>
                  <a:pt x="4618" y="1508"/>
                  <a:pt x="4584" y="1508"/>
                </a:cubicBezTo>
                <a:cubicBezTo>
                  <a:pt x="4584" y="1452"/>
                  <a:pt x="4584" y="1395"/>
                  <a:pt x="4584" y="1339"/>
                </a:cubicBezTo>
                <a:cubicBezTo>
                  <a:pt x="4749" y="1339"/>
                  <a:pt x="4913" y="1339"/>
                  <a:pt x="5078" y="1339"/>
                </a:cubicBezTo>
                <a:cubicBezTo>
                  <a:pt x="5095" y="1338"/>
                  <a:pt x="5110" y="1338"/>
                  <a:pt x="5126" y="1338"/>
                </a:cubicBezTo>
                <a:close/>
                <a:moveTo>
                  <a:pt x="542" y="1338"/>
                </a:moveTo>
                <a:cubicBezTo>
                  <a:pt x="771" y="1344"/>
                  <a:pt x="881" y="1474"/>
                  <a:pt x="870" y="1729"/>
                </a:cubicBezTo>
                <a:cubicBezTo>
                  <a:pt x="870" y="2226"/>
                  <a:pt x="870" y="2723"/>
                  <a:pt x="870" y="3220"/>
                </a:cubicBezTo>
                <a:cubicBezTo>
                  <a:pt x="859" y="3367"/>
                  <a:pt x="876" y="3435"/>
                  <a:pt x="921" y="3423"/>
                </a:cubicBezTo>
                <a:cubicBezTo>
                  <a:pt x="978" y="3446"/>
                  <a:pt x="1063" y="3294"/>
                  <a:pt x="1177" y="2966"/>
                </a:cubicBezTo>
                <a:cubicBezTo>
                  <a:pt x="1177" y="3610"/>
                  <a:pt x="989" y="3943"/>
                  <a:pt x="614" y="3966"/>
                </a:cubicBezTo>
                <a:cubicBezTo>
                  <a:pt x="376" y="3954"/>
                  <a:pt x="256" y="3802"/>
                  <a:pt x="256" y="3508"/>
                </a:cubicBezTo>
                <a:cubicBezTo>
                  <a:pt x="256" y="2955"/>
                  <a:pt x="256" y="2401"/>
                  <a:pt x="256" y="1847"/>
                </a:cubicBezTo>
                <a:cubicBezTo>
                  <a:pt x="256" y="1610"/>
                  <a:pt x="205" y="1497"/>
                  <a:pt x="103" y="1508"/>
                </a:cubicBezTo>
                <a:cubicBezTo>
                  <a:pt x="69" y="1508"/>
                  <a:pt x="35" y="1508"/>
                  <a:pt x="0" y="1508"/>
                </a:cubicBezTo>
                <a:cubicBezTo>
                  <a:pt x="0" y="1452"/>
                  <a:pt x="0" y="1395"/>
                  <a:pt x="0" y="1339"/>
                </a:cubicBezTo>
                <a:cubicBezTo>
                  <a:pt x="165" y="1339"/>
                  <a:pt x="330" y="1339"/>
                  <a:pt x="495" y="1339"/>
                </a:cubicBezTo>
                <a:cubicBezTo>
                  <a:pt x="511" y="1338"/>
                  <a:pt x="527" y="1338"/>
                  <a:pt x="542" y="1338"/>
                </a:cubicBezTo>
                <a:close/>
                <a:moveTo>
                  <a:pt x="6323" y="1305"/>
                </a:moveTo>
                <a:cubicBezTo>
                  <a:pt x="6323" y="1474"/>
                  <a:pt x="6323" y="1644"/>
                  <a:pt x="6323" y="1813"/>
                </a:cubicBezTo>
                <a:cubicBezTo>
                  <a:pt x="6437" y="1813"/>
                  <a:pt x="6550" y="1813"/>
                  <a:pt x="6664" y="1813"/>
                </a:cubicBezTo>
                <a:cubicBezTo>
                  <a:pt x="6664" y="1644"/>
                  <a:pt x="6664" y="1474"/>
                  <a:pt x="6664" y="1305"/>
                </a:cubicBezTo>
                <a:cubicBezTo>
                  <a:pt x="6550" y="1305"/>
                  <a:pt x="6437" y="1305"/>
                  <a:pt x="6323" y="1305"/>
                </a:cubicBezTo>
                <a:close/>
                <a:moveTo>
                  <a:pt x="1740" y="1305"/>
                </a:moveTo>
                <a:cubicBezTo>
                  <a:pt x="1740" y="1474"/>
                  <a:pt x="1740" y="1644"/>
                  <a:pt x="1740" y="1813"/>
                </a:cubicBezTo>
                <a:cubicBezTo>
                  <a:pt x="1853" y="1813"/>
                  <a:pt x="1967" y="1813"/>
                  <a:pt x="2081" y="1813"/>
                </a:cubicBezTo>
                <a:cubicBezTo>
                  <a:pt x="2081" y="1644"/>
                  <a:pt x="2081" y="1474"/>
                  <a:pt x="2081" y="1305"/>
                </a:cubicBezTo>
                <a:cubicBezTo>
                  <a:pt x="1967" y="1305"/>
                  <a:pt x="1853" y="1305"/>
                  <a:pt x="1740" y="1305"/>
                </a:cubicBezTo>
                <a:close/>
                <a:moveTo>
                  <a:pt x="15336" y="1220"/>
                </a:moveTo>
                <a:cubicBezTo>
                  <a:pt x="15200" y="1220"/>
                  <a:pt x="15114" y="1265"/>
                  <a:pt x="15080" y="1356"/>
                </a:cubicBezTo>
                <a:cubicBezTo>
                  <a:pt x="15080" y="1412"/>
                  <a:pt x="15080" y="1469"/>
                  <a:pt x="15080" y="1525"/>
                </a:cubicBezTo>
                <a:cubicBezTo>
                  <a:pt x="15114" y="1627"/>
                  <a:pt x="15183" y="1672"/>
                  <a:pt x="15285" y="1661"/>
                </a:cubicBezTo>
                <a:cubicBezTo>
                  <a:pt x="15609" y="1661"/>
                  <a:pt x="15933" y="1661"/>
                  <a:pt x="16257" y="1661"/>
                </a:cubicBezTo>
                <a:cubicBezTo>
                  <a:pt x="16393" y="1661"/>
                  <a:pt x="16461" y="1610"/>
                  <a:pt x="16461" y="1508"/>
                </a:cubicBezTo>
                <a:cubicBezTo>
                  <a:pt x="16461" y="1463"/>
                  <a:pt x="16461" y="1418"/>
                  <a:pt x="16461" y="1373"/>
                </a:cubicBezTo>
                <a:cubicBezTo>
                  <a:pt x="16461" y="1271"/>
                  <a:pt x="16382" y="1220"/>
                  <a:pt x="16223" y="1220"/>
                </a:cubicBezTo>
                <a:cubicBezTo>
                  <a:pt x="15927" y="1220"/>
                  <a:pt x="15632" y="1220"/>
                  <a:pt x="15336" y="1220"/>
                </a:cubicBezTo>
                <a:close/>
                <a:moveTo>
                  <a:pt x="16801" y="810"/>
                </a:moveTo>
                <a:cubicBezTo>
                  <a:pt x="16775" y="810"/>
                  <a:pt x="16747" y="811"/>
                  <a:pt x="16717" y="814"/>
                </a:cubicBezTo>
                <a:cubicBezTo>
                  <a:pt x="16120" y="814"/>
                  <a:pt x="15524" y="814"/>
                  <a:pt x="14927" y="814"/>
                </a:cubicBezTo>
                <a:cubicBezTo>
                  <a:pt x="14756" y="814"/>
                  <a:pt x="14637" y="893"/>
                  <a:pt x="14569" y="1051"/>
                </a:cubicBezTo>
                <a:cubicBezTo>
                  <a:pt x="14739" y="1051"/>
                  <a:pt x="14910" y="1051"/>
                  <a:pt x="15080" y="1051"/>
                </a:cubicBezTo>
                <a:cubicBezTo>
                  <a:pt x="15080" y="1124"/>
                  <a:pt x="15080" y="1198"/>
                  <a:pt x="15080" y="1271"/>
                </a:cubicBezTo>
                <a:cubicBezTo>
                  <a:pt x="15092" y="1113"/>
                  <a:pt x="15217" y="1040"/>
                  <a:pt x="15455" y="1051"/>
                </a:cubicBezTo>
                <a:cubicBezTo>
                  <a:pt x="15842" y="1051"/>
                  <a:pt x="16228" y="1051"/>
                  <a:pt x="16615" y="1051"/>
                </a:cubicBezTo>
                <a:cubicBezTo>
                  <a:pt x="16842" y="1051"/>
                  <a:pt x="16984" y="1096"/>
                  <a:pt x="17041" y="1186"/>
                </a:cubicBezTo>
                <a:cubicBezTo>
                  <a:pt x="17041" y="1164"/>
                  <a:pt x="17041" y="1141"/>
                  <a:pt x="17041" y="1119"/>
                </a:cubicBezTo>
                <a:cubicBezTo>
                  <a:pt x="17041" y="1102"/>
                  <a:pt x="17041" y="1085"/>
                  <a:pt x="17041" y="1068"/>
                </a:cubicBezTo>
                <a:cubicBezTo>
                  <a:pt x="17061" y="900"/>
                  <a:pt x="16981" y="814"/>
                  <a:pt x="16801" y="810"/>
                </a:cubicBezTo>
                <a:close/>
                <a:moveTo>
                  <a:pt x="6493" y="610"/>
                </a:moveTo>
                <a:cubicBezTo>
                  <a:pt x="6414" y="610"/>
                  <a:pt x="6357" y="661"/>
                  <a:pt x="6323" y="763"/>
                </a:cubicBezTo>
                <a:cubicBezTo>
                  <a:pt x="6323" y="893"/>
                  <a:pt x="6323" y="1023"/>
                  <a:pt x="6323" y="1152"/>
                </a:cubicBezTo>
                <a:cubicBezTo>
                  <a:pt x="6437" y="1152"/>
                  <a:pt x="6550" y="1152"/>
                  <a:pt x="6664" y="1152"/>
                </a:cubicBezTo>
                <a:cubicBezTo>
                  <a:pt x="6664" y="1068"/>
                  <a:pt x="6664" y="983"/>
                  <a:pt x="6664" y="898"/>
                </a:cubicBezTo>
                <a:cubicBezTo>
                  <a:pt x="6664" y="706"/>
                  <a:pt x="6607" y="610"/>
                  <a:pt x="6493" y="610"/>
                </a:cubicBezTo>
                <a:close/>
                <a:moveTo>
                  <a:pt x="1910" y="610"/>
                </a:moveTo>
                <a:cubicBezTo>
                  <a:pt x="1831" y="610"/>
                  <a:pt x="1774" y="661"/>
                  <a:pt x="1740" y="763"/>
                </a:cubicBezTo>
                <a:cubicBezTo>
                  <a:pt x="1740" y="893"/>
                  <a:pt x="1740" y="1023"/>
                  <a:pt x="1740" y="1152"/>
                </a:cubicBezTo>
                <a:cubicBezTo>
                  <a:pt x="1853" y="1152"/>
                  <a:pt x="1967" y="1152"/>
                  <a:pt x="2081" y="1152"/>
                </a:cubicBezTo>
                <a:cubicBezTo>
                  <a:pt x="2081" y="1068"/>
                  <a:pt x="2081" y="983"/>
                  <a:pt x="2081" y="898"/>
                </a:cubicBezTo>
                <a:cubicBezTo>
                  <a:pt x="2081" y="706"/>
                  <a:pt x="2024" y="610"/>
                  <a:pt x="1910" y="610"/>
                </a:cubicBezTo>
                <a:close/>
                <a:moveTo>
                  <a:pt x="10307" y="186"/>
                </a:moveTo>
                <a:cubicBezTo>
                  <a:pt x="10626" y="191"/>
                  <a:pt x="10774" y="309"/>
                  <a:pt x="10753" y="542"/>
                </a:cubicBezTo>
                <a:cubicBezTo>
                  <a:pt x="10741" y="734"/>
                  <a:pt x="10605" y="1328"/>
                  <a:pt x="10344" y="2322"/>
                </a:cubicBezTo>
                <a:cubicBezTo>
                  <a:pt x="10366" y="2424"/>
                  <a:pt x="10395" y="2520"/>
                  <a:pt x="10429" y="2610"/>
                </a:cubicBezTo>
                <a:cubicBezTo>
                  <a:pt x="10463" y="2689"/>
                  <a:pt x="10525" y="2881"/>
                  <a:pt x="10616" y="3186"/>
                </a:cubicBezTo>
                <a:cubicBezTo>
                  <a:pt x="10685" y="3401"/>
                  <a:pt x="10781" y="3565"/>
                  <a:pt x="10906" y="3678"/>
                </a:cubicBezTo>
                <a:cubicBezTo>
                  <a:pt x="10918" y="3644"/>
                  <a:pt x="10935" y="3616"/>
                  <a:pt x="10957" y="3593"/>
                </a:cubicBezTo>
                <a:cubicBezTo>
                  <a:pt x="11060" y="3491"/>
                  <a:pt x="11134" y="3390"/>
                  <a:pt x="11179" y="3288"/>
                </a:cubicBezTo>
                <a:cubicBezTo>
                  <a:pt x="11509" y="2768"/>
                  <a:pt x="11679" y="2401"/>
                  <a:pt x="11691" y="2186"/>
                </a:cubicBezTo>
                <a:cubicBezTo>
                  <a:pt x="11691" y="1712"/>
                  <a:pt x="11691" y="1237"/>
                  <a:pt x="11691" y="763"/>
                </a:cubicBezTo>
                <a:cubicBezTo>
                  <a:pt x="11878" y="763"/>
                  <a:pt x="12066" y="763"/>
                  <a:pt x="12253" y="763"/>
                </a:cubicBezTo>
                <a:cubicBezTo>
                  <a:pt x="12253" y="1237"/>
                  <a:pt x="12253" y="1712"/>
                  <a:pt x="12253" y="2186"/>
                </a:cubicBezTo>
                <a:cubicBezTo>
                  <a:pt x="12242" y="2265"/>
                  <a:pt x="12231" y="2339"/>
                  <a:pt x="12219" y="2407"/>
                </a:cubicBezTo>
                <a:cubicBezTo>
                  <a:pt x="12270" y="2407"/>
                  <a:pt x="12321" y="2407"/>
                  <a:pt x="12373" y="2407"/>
                </a:cubicBezTo>
                <a:cubicBezTo>
                  <a:pt x="12373" y="2740"/>
                  <a:pt x="12373" y="3073"/>
                  <a:pt x="12373" y="3407"/>
                </a:cubicBezTo>
                <a:cubicBezTo>
                  <a:pt x="12361" y="3610"/>
                  <a:pt x="12429" y="3712"/>
                  <a:pt x="12577" y="3712"/>
                </a:cubicBezTo>
                <a:cubicBezTo>
                  <a:pt x="12645" y="3712"/>
                  <a:pt x="12714" y="3712"/>
                  <a:pt x="12782" y="3712"/>
                </a:cubicBezTo>
                <a:cubicBezTo>
                  <a:pt x="13009" y="3689"/>
                  <a:pt x="13168" y="3480"/>
                  <a:pt x="13259" y="3085"/>
                </a:cubicBezTo>
                <a:cubicBezTo>
                  <a:pt x="13305" y="3740"/>
                  <a:pt x="13100" y="4045"/>
                  <a:pt x="12645" y="4000"/>
                </a:cubicBezTo>
                <a:cubicBezTo>
                  <a:pt x="12537" y="4000"/>
                  <a:pt x="12429" y="4000"/>
                  <a:pt x="12321" y="4000"/>
                </a:cubicBezTo>
                <a:cubicBezTo>
                  <a:pt x="11969" y="3988"/>
                  <a:pt x="11793" y="3830"/>
                  <a:pt x="11793" y="3525"/>
                </a:cubicBezTo>
                <a:cubicBezTo>
                  <a:pt x="11793" y="3469"/>
                  <a:pt x="11793" y="3412"/>
                  <a:pt x="11793" y="3356"/>
                </a:cubicBezTo>
                <a:cubicBezTo>
                  <a:pt x="11736" y="3457"/>
                  <a:pt x="11679" y="3536"/>
                  <a:pt x="11622" y="3593"/>
                </a:cubicBezTo>
                <a:cubicBezTo>
                  <a:pt x="11588" y="3638"/>
                  <a:pt x="11560" y="3689"/>
                  <a:pt x="11537" y="3745"/>
                </a:cubicBezTo>
                <a:cubicBezTo>
                  <a:pt x="11378" y="4017"/>
                  <a:pt x="11020" y="4118"/>
                  <a:pt x="10463" y="4051"/>
                </a:cubicBezTo>
                <a:cubicBezTo>
                  <a:pt x="10599" y="3971"/>
                  <a:pt x="10719" y="3875"/>
                  <a:pt x="10821" y="3762"/>
                </a:cubicBezTo>
                <a:cubicBezTo>
                  <a:pt x="10400" y="3830"/>
                  <a:pt x="10145" y="3661"/>
                  <a:pt x="10054" y="3254"/>
                </a:cubicBezTo>
                <a:cubicBezTo>
                  <a:pt x="9974" y="3457"/>
                  <a:pt x="9917" y="3587"/>
                  <a:pt x="9883" y="3644"/>
                </a:cubicBezTo>
                <a:cubicBezTo>
                  <a:pt x="9747" y="3926"/>
                  <a:pt x="9497" y="4034"/>
                  <a:pt x="9133" y="3966"/>
                </a:cubicBezTo>
                <a:cubicBezTo>
                  <a:pt x="9201" y="3842"/>
                  <a:pt x="9281" y="3678"/>
                  <a:pt x="9372" y="3474"/>
                </a:cubicBezTo>
                <a:cubicBezTo>
                  <a:pt x="9508" y="3147"/>
                  <a:pt x="9639" y="2774"/>
                  <a:pt x="9764" y="2356"/>
                </a:cubicBezTo>
                <a:cubicBezTo>
                  <a:pt x="9696" y="2152"/>
                  <a:pt x="9593" y="1819"/>
                  <a:pt x="9457" y="1356"/>
                </a:cubicBezTo>
                <a:cubicBezTo>
                  <a:pt x="9366" y="1062"/>
                  <a:pt x="9303" y="836"/>
                  <a:pt x="9269" y="678"/>
                </a:cubicBezTo>
                <a:cubicBezTo>
                  <a:pt x="9474" y="678"/>
                  <a:pt x="9679" y="678"/>
                  <a:pt x="9883" y="678"/>
                </a:cubicBezTo>
                <a:cubicBezTo>
                  <a:pt x="9929" y="915"/>
                  <a:pt x="9980" y="1136"/>
                  <a:pt x="10037" y="1339"/>
                </a:cubicBezTo>
                <a:cubicBezTo>
                  <a:pt x="10116" y="966"/>
                  <a:pt x="10162" y="701"/>
                  <a:pt x="10173" y="542"/>
                </a:cubicBezTo>
                <a:cubicBezTo>
                  <a:pt x="10184" y="407"/>
                  <a:pt x="10133" y="345"/>
                  <a:pt x="10020" y="356"/>
                </a:cubicBezTo>
                <a:cubicBezTo>
                  <a:pt x="9730" y="356"/>
                  <a:pt x="9440" y="356"/>
                  <a:pt x="9150" y="356"/>
                </a:cubicBezTo>
                <a:cubicBezTo>
                  <a:pt x="9150" y="299"/>
                  <a:pt x="9150" y="243"/>
                  <a:pt x="9150" y="186"/>
                </a:cubicBezTo>
                <a:cubicBezTo>
                  <a:pt x="9514" y="186"/>
                  <a:pt x="9878" y="186"/>
                  <a:pt x="10241" y="186"/>
                </a:cubicBezTo>
                <a:cubicBezTo>
                  <a:pt x="10264" y="186"/>
                  <a:pt x="10286" y="186"/>
                  <a:pt x="10307" y="186"/>
                </a:cubicBezTo>
                <a:close/>
                <a:moveTo>
                  <a:pt x="10889" y="119"/>
                </a:moveTo>
                <a:cubicBezTo>
                  <a:pt x="11082" y="119"/>
                  <a:pt x="11276" y="119"/>
                  <a:pt x="11469" y="119"/>
                </a:cubicBezTo>
                <a:cubicBezTo>
                  <a:pt x="11469" y="232"/>
                  <a:pt x="11469" y="345"/>
                  <a:pt x="11469" y="458"/>
                </a:cubicBezTo>
                <a:cubicBezTo>
                  <a:pt x="11492" y="254"/>
                  <a:pt x="11628" y="153"/>
                  <a:pt x="11878" y="153"/>
                </a:cubicBezTo>
                <a:cubicBezTo>
                  <a:pt x="12083" y="153"/>
                  <a:pt x="12287" y="153"/>
                  <a:pt x="12492" y="153"/>
                </a:cubicBezTo>
                <a:cubicBezTo>
                  <a:pt x="12890" y="153"/>
                  <a:pt x="13083" y="311"/>
                  <a:pt x="13072" y="627"/>
                </a:cubicBezTo>
                <a:cubicBezTo>
                  <a:pt x="13072" y="1339"/>
                  <a:pt x="13072" y="2051"/>
                  <a:pt x="13072" y="2763"/>
                </a:cubicBezTo>
                <a:cubicBezTo>
                  <a:pt x="12878" y="2763"/>
                  <a:pt x="12685" y="2763"/>
                  <a:pt x="12492" y="2763"/>
                </a:cubicBezTo>
                <a:cubicBezTo>
                  <a:pt x="12492" y="2062"/>
                  <a:pt x="12492" y="1362"/>
                  <a:pt x="12492" y="661"/>
                </a:cubicBezTo>
                <a:cubicBezTo>
                  <a:pt x="12515" y="412"/>
                  <a:pt x="12373" y="299"/>
                  <a:pt x="12066" y="322"/>
                </a:cubicBezTo>
                <a:cubicBezTo>
                  <a:pt x="11986" y="322"/>
                  <a:pt x="11907" y="322"/>
                  <a:pt x="11827" y="322"/>
                </a:cubicBezTo>
                <a:cubicBezTo>
                  <a:pt x="11600" y="311"/>
                  <a:pt x="11480" y="396"/>
                  <a:pt x="11469" y="576"/>
                </a:cubicBezTo>
                <a:cubicBezTo>
                  <a:pt x="11469" y="1311"/>
                  <a:pt x="11469" y="2045"/>
                  <a:pt x="11469" y="2779"/>
                </a:cubicBezTo>
                <a:cubicBezTo>
                  <a:pt x="11276" y="2779"/>
                  <a:pt x="11082" y="2779"/>
                  <a:pt x="10889" y="2779"/>
                </a:cubicBezTo>
                <a:cubicBezTo>
                  <a:pt x="10889" y="1893"/>
                  <a:pt x="10889" y="1006"/>
                  <a:pt x="10889" y="119"/>
                </a:cubicBezTo>
                <a:close/>
                <a:moveTo>
                  <a:pt x="4822" y="51"/>
                </a:moveTo>
                <a:cubicBezTo>
                  <a:pt x="5033" y="51"/>
                  <a:pt x="5243" y="51"/>
                  <a:pt x="5453" y="51"/>
                </a:cubicBezTo>
                <a:cubicBezTo>
                  <a:pt x="5453" y="525"/>
                  <a:pt x="5533" y="819"/>
                  <a:pt x="5692" y="932"/>
                </a:cubicBezTo>
                <a:cubicBezTo>
                  <a:pt x="5146" y="1023"/>
                  <a:pt x="4868" y="898"/>
                  <a:pt x="4857" y="559"/>
                </a:cubicBezTo>
                <a:cubicBezTo>
                  <a:pt x="4834" y="424"/>
                  <a:pt x="4822" y="254"/>
                  <a:pt x="4822" y="51"/>
                </a:cubicBezTo>
                <a:close/>
                <a:moveTo>
                  <a:pt x="239" y="51"/>
                </a:moveTo>
                <a:cubicBezTo>
                  <a:pt x="449" y="51"/>
                  <a:pt x="660" y="51"/>
                  <a:pt x="870" y="51"/>
                </a:cubicBezTo>
                <a:cubicBezTo>
                  <a:pt x="870" y="525"/>
                  <a:pt x="950" y="819"/>
                  <a:pt x="1109" y="932"/>
                </a:cubicBezTo>
                <a:cubicBezTo>
                  <a:pt x="563" y="1023"/>
                  <a:pt x="285" y="898"/>
                  <a:pt x="273" y="559"/>
                </a:cubicBezTo>
                <a:cubicBezTo>
                  <a:pt x="251" y="424"/>
                  <a:pt x="239" y="254"/>
                  <a:pt x="239" y="51"/>
                </a:cubicBezTo>
                <a:close/>
                <a:moveTo>
                  <a:pt x="16820" y="34"/>
                </a:moveTo>
                <a:cubicBezTo>
                  <a:pt x="17053" y="34"/>
                  <a:pt x="17286" y="34"/>
                  <a:pt x="17519" y="34"/>
                </a:cubicBezTo>
                <a:cubicBezTo>
                  <a:pt x="17359" y="305"/>
                  <a:pt x="17223" y="458"/>
                  <a:pt x="17109" y="492"/>
                </a:cubicBezTo>
                <a:cubicBezTo>
                  <a:pt x="16996" y="548"/>
                  <a:pt x="16751" y="554"/>
                  <a:pt x="16376" y="508"/>
                </a:cubicBezTo>
                <a:cubicBezTo>
                  <a:pt x="16524" y="441"/>
                  <a:pt x="16672" y="283"/>
                  <a:pt x="16820" y="34"/>
                </a:cubicBezTo>
                <a:close/>
                <a:moveTo>
                  <a:pt x="14108" y="34"/>
                </a:moveTo>
                <a:cubicBezTo>
                  <a:pt x="14341" y="34"/>
                  <a:pt x="14574" y="34"/>
                  <a:pt x="14808" y="34"/>
                </a:cubicBezTo>
                <a:cubicBezTo>
                  <a:pt x="14944" y="283"/>
                  <a:pt x="15092" y="441"/>
                  <a:pt x="15251" y="508"/>
                </a:cubicBezTo>
                <a:cubicBezTo>
                  <a:pt x="14864" y="554"/>
                  <a:pt x="14614" y="548"/>
                  <a:pt x="14501" y="492"/>
                </a:cubicBezTo>
                <a:cubicBezTo>
                  <a:pt x="14387" y="458"/>
                  <a:pt x="14256" y="305"/>
                  <a:pt x="14108" y="34"/>
                </a:cubicBezTo>
                <a:close/>
                <a:moveTo>
                  <a:pt x="15472" y="0"/>
                </a:moveTo>
                <a:cubicBezTo>
                  <a:pt x="15711" y="0"/>
                  <a:pt x="15950" y="0"/>
                  <a:pt x="16189" y="0"/>
                </a:cubicBezTo>
                <a:cubicBezTo>
                  <a:pt x="16189" y="215"/>
                  <a:pt x="16189" y="429"/>
                  <a:pt x="16189" y="644"/>
                </a:cubicBezTo>
                <a:cubicBezTo>
                  <a:pt x="16479" y="644"/>
                  <a:pt x="16768" y="644"/>
                  <a:pt x="17058" y="644"/>
                </a:cubicBezTo>
                <a:cubicBezTo>
                  <a:pt x="17502" y="621"/>
                  <a:pt x="17712" y="763"/>
                  <a:pt x="17689" y="1068"/>
                </a:cubicBezTo>
                <a:cubicBezTo>
                  <a:pt x="17689" y="1073"/>
                  <a:pt x="17689" y="1079"/>
                  <a:pt x="17689" y="1085"/>
                </a:cubicBezTo>
                <a:cubicBezTo>
                  <a:pt x="17689" y="1209"/>
                  <a:pt x="17655" y="1316"/>
                  <a:pt x="17587" y="1407"/>
                </a:cubicBezTo>
                <a:cubicBezTo>
                  <a:pt x="17416" y="1407"/>
                  <a:pt x="17246" y="1407"/>
                  <a:pt x="17075" y="1407"/>
                </a:cubicBezTo>
                <a:cubicBezTo>
                  <a:pt x="17075" y="1441"/>
                  <a:pt x="17075" y="1474"/>
                  <a:pt x="17075" y="1508"/>
                </a:cubicBezTo>
                <a:cubicBezTo>
                  <a:pt x="17098" y="1746"/>
                  <a:pt x="16956" y="1853"/>
                  <a:pt x="16649" y="1830"/>
                </a:cubicBezTo>
                <a:cubicBezTo>
                  <a:pt x="16251" y="1830"/>
                  <a:pt x="15853" y="1830"/>
                  <a:pt x="15455" y="1830"/>
                </a:cubicBezTo>
                <a:cubicBezTo>
                  <a:pt x="15217" y="1842"/>
                  <a:pt x="15092" y="1780"/>
                  <a:pt x="15080" y="1644"/>
                </a:cubicBezTo>
                <a:cubicBezTo>
                  <a:pt x="15080" y="1717"/>
                  <a:pt x="15080" y="1791"/>
                  <a:pt x="15080" y="1864"/>
                </a:cubicBezTo>
                <a:cubicBezTo>
                  <a:pt x="14876" y="1864"/>
                  <a:pt x="14671" y="1864"/>
                  <a:pt x="14466" y="1864"/>
                </a:cubicBezTo>
                <a:cubicBezTo>
                  <a:pt x="14466" y="1700"/>
                  <a:pt x="14466" y="1537"/>
                  <a:pt x="14466" y="1373"/>
                </a:cubicBezTo>
                <a:cubicBezTo>
                  <a:pt x="14273" y="1373"/>
                  <a:pt x="14080" y="1373"/>
                  <a:pt x="13887" y="1373"/>
                </a:cubicBezTo>
                <a:cubicBezTo>
                  <a:pt x="13887" y="1130"/>
                  <a:pt x="13887" y="887"/>
                  <a:pt x="13887" y="644"/>
                </a:cubicBezTo>
                <a:cubicBezTo>
                  <a:pt x="14108" y="644"/>
                  <a:pt x="14330" y="644"/>
                  <a:pt x="14552" y="644"/>
                </a:cubicBezTo>
                <a:cubicBezTo>
                  <a:pt x="14552" y="757"/>
                  <a:pt x="14552" y="870"/>
                  <a:pt x="14552" y="983"/>
                </a:cubicBezTo>
                <a:cubicBezTo>
                  <a:pt x="14574" y="757"/>
                  <a:pt x="14756" y="644"/>
                  <a:pt x="15097" y="644"/>
                </a:cubicBezTo>
                <a:cubicBezTo>
                  <a:pt x="15222" y="644"/>
                  <a:pt x="15347" y="644"/>
                  <a:pt x="15472" y="644"/>
                </a:cubicBezTo>
                <a:cubicBezTo>
                  <a:pt x="15472" y="429"/>
                  <a:pt x="15472" y="215"/>
                  <a:pt x="15472" y="0"/>
                </a:cubicBezTo>
                <a:close/>
                <a:moveTo>
                  <a:pt x="6272" y="0"/>
                </a:moveTo>
                <a:cubicBezTo>
                  <a:pt x="6493" y="0"/>
                  <a:pt x="6715" y="0"/>
                  <a:pt x="6937" y="0"/>
                </a:cubicBezTo>
                <a:cubicBezTo>
                  <a:pt x="6880" y="158"/>
                  <a:pt x="6829" y="299"/>
                  <a:pt x="6783" y="424"/>
                </a:cubicBezTo>
                <a:cubicBezTo>
                  <a:pt x="7124" y="412"/>
                  <a:pt x="7278" y="565"/>
                  <a:pt x="7244" y="881"/>
                </a:cubicBezTo>
                <a:cubicBezTo>
                  <a:pt x="7244" y="1763"/>
                  <a:pt x="7244" y="2644"/>
                  <a:pt x="7244" y="3525"/>
                </a:cubicBezTo>
                <a:cubicBezTo>
                  <a:pt x="7244" y="3548"/>
                  <a:pt x="7244" y="3576"/>
                  <a:pt x="7244" y="3610"/>
                </a:cubicBezTo>
                <a:cubicBezTo>
                  <a:pt x="7357" y="3655"/>
                  <a:pt x="7488" y="3678"/>
                  <a:pt x="7636" y="3678"/>
                </a:cubicBezTo>
                <a:cubicBezTo>
                  <a:pt x="7829" y="3712"/>
                  <a:pt x="7920" y="3570"/>
                  <a:pt x="7909" y="3254"/>
                </a:cubicBezTo>
                <a:cubicBezTo>
                  <a:pt x="7909" y="2525"/>
                  <a:pt x="7909" y="1796"/>
                  <a:pt x="7909" y="1068"/>
                </a:cubicBezTo>
                <a:cubicBezTo>
                  <a:pt x="7704" y="1068"/>
                  <a:pt x="7499" y="1068"/>
                  <a:pt x="7295" y="1068"/>
                </a:cubicBezTo>
                <a:cubicBezTo>
                  <a:pt x="7295" y="1017"/>
                  <a:pt x="7295" y="966"/>
                  <a:pt x="7295" y="915"/>
                </a:cubicBezTo>
                <a:cubicBezTo>
                  <a:pt x="7499" y="915"/>
                  <a:pt x="7704" y="915"/>
                  <a:pt x="7909" y="915"/>
                </a:cubicBezTo>
                <a:cubicBezTo>
                  <a:pt x="7909" y="610"/>
                  <a:pt x="7909" y="305"/>
                  <a:pt x="7909" y="0"/>
                </a:cubicBezTo>
                <a:cubicBezTo>
                  <a:pt x="8096" y="0"/>
                  <a:pt x="8284" y="0"/>
                  <a:pt x="8471" y="0"/>
                </a:cubicBezTo>
                <a:cubicBezTo>
                  <a:pt x="8471" y="305"/>
                  <a:pt x="8471" y="610"/>
                  <a:pt x="8471" y="915"/>
                </a:cubicBezTo>
                <a:cubicBezTo>
                  <a:pt x="8545" y="915"/>
                  <a:pt x="8619" y="915"/>
                  <a:pt x="8693" y="915"/>
                </a:cubicBezTo>
                <a:cubicBezTo>
                  <a:pt x="8693" y="966"/>
                  <a:pt x="8693" y="1017"/>
                  <a:pt x="8693" y="1068"/>
                </a:cubicBezTo>
                <a:cubicBezTo>
                  <a:pt x="8619" y="1068"/>
                  <a:pt x="8545" y="1068"/>
                  <a:pt x="8471" y="1068"/>
                </a:cubicBezTo>
                <a:cubicBezTo>
                  <a:pt x="8471" y="1876"/>
                  <a:pt x="8471" y="2683"/>
                  <a:pt x="8471" y="3491"/>
                </a:cubicBezTo>
                <a:cubicBezTo>
                  <a:pt x="8483" y="3864"/>
                  <a:pt x="8335" y="4045"/>
                  <a:pt x="8028" y="4034"/>
                </a:cubicBezTo>
                <a:cubicBezTo>
                  <a:pt x="7687" y="4011"/>
                  <a:pt x="7426" y="3875"/>
                  <a:pt x="7244" y="3627"/>
                </a:cubicBezTo>
                <a:cubicBezTo>
                  <a:pt x="7221" y="3909"/>
                  <a:pt x="7085" y="4045"/>
                  <a:pt x="6834" y="4034"/>
                </a:cubicBezTo>
                <a:cubicBezTo>
                  <a:pt x="6539" y="4022"/>
                  <a:pt x="6346" y="3915"/>
                  <a:pt x="6255" y="3712"/>
                </a:cubicBezTo>
                <a:cubicBezTo>
                  <a:pt x="6175" y="3881"/>
                  <a:pt x="5936" y="3943"/>
                  <a:pt x="5539" y="3898"/>
                </a:cubicBezTo>
                <a:cubicBezTo>
                  <a:pt x="5675" y="3785"/>
                  <a:pt x="5772" y="3672"/>
                  <a:pt x="5828" y="3559"/>
                </a:cubicBezTo>
                <a:cubicBezTo>
                  <a:pt x="5942" y="3322"/>
                  <a:pt x="6062" y="3017"/>
                  <a:pt x="6187" y="2644"/>
                </a:cubicBezTo>
                <a:cubicBezTo>
                  <a:pt x="5982" y="2644"/>
                  <a:pt x="5777" y="2644"/>
                  <a:pt x="5573" y="2644"/>
                </a:cubicBezTo>
                <a:cubicBezTo>
                  <a:pt x="5573" y="2599"/>
                  <a:pt x="5573" y="2553"/>
                  <a:pt x="5573" y="2508"/>
                </a:cubicBezTo>
                <a:cubicBezTo>
                  <a:pt x="5635" y="2508"/>
                  <a:pt x="5698" y="2508"/>
                  <a:pt x="5760" y="2508"/>
                </a:cubicBezTo>
                <a:cubicBezTo>
                  <a:pt x="5760" y="1813"/>
                  <a:pt x="5760" y="1119"/>
                  <a:pt x="5760" y="424"/>
                </a:cubicBezTo>
                <a:cubicBezTo>
                  <a:pt x="5874" y="424"/>
                  <a:pt x="5988" y="424"/>
                  <a:pt x="6101" y="424"/>
                </a:cubicBezTo>
                <a:cubicBezTo>
                  <a:pt x="6135" y="379"/>
                  <a:pt x="6187" y="254"/>
                  <a:pt x="6255" y="51"/>
                </a:cubicBezTo>
                <a:cubicBezTo>
                  <a:pt x="6255" y="62"/>
                  <a:pt x="6260" y="45"/>
                  <a:pt x="6272" y="0"/>
                </a:cubicBezTo>
                <a:close/>
                <a:moveTo>
                  <a:pt x="1689" y="0"/>
                </a:moveTo>
                <a:cubicBezTo>
                  <a:pt x="1910" y="0"/>
                  <a:pt x="2132" y="0"/>
                  <a:pt x="2354" y="0"/>
                </a:cubicBezTo>
                <a:cubicBezTo>
                  <a:pt x="2297" y="158"/>
                  <a:pt x="2246" y="299"/>
                  <a:pt x="2200" y="424"/>
                </a:cubicBezTo>
                <a:cubicBezTo>
                  <a:pt x="2541" y="412"/>
                  <a:pt x="2695" y="565"/>
                  <a:pt x="2660" y="881"/>
                </a:cubicBezTo>
                <a:cubicBezTo>
                  <a:pt x="2660" y="1763"/>
                  <a:pt x="2660" y="2644"/>
                  <a:pt x="2660" y="3525"/>
                </a:cubicBezTo>
                <a:cubicBezTo>
                  <a:pt x="2660" y="3548"/>
                  <a:pt x="2660" y="3576"/>
                  <a:pt x="2660" y="3610"/>
                </a:cubicBezTo>
                <a:cubicBezTo>
                  <a:pt x="2774" y="3655"/>
                  <a:pt x="2905" y="3678"/>
                  <a:pt x="3053" y="3678"/>
                </a:cubicBezTo>
                <a:cubicBezTo>
                  <a:pt x="3246" y="3712"/>
                  <a:pt x="3337" y="3570"/>
                  <a:pt x="3325" y="3254"/>
                </a:cubicBezTo>
                <a:cubicBezTo>
                  <a:pt x="3325" y="2525"/>
                  <a:pt x="3325" y="1796"/>
                  <a:pt x="3325" y="1068"/>
                </a:cubicBezTo>
                <a:cubicBezTo>
                  <a:pt x="3121" y="1068"/>
                  <a:pt x="2916" y="1068"/>
                  <a:pt x="2712" y="1068"/>
                </a:cubicBezTo>
                <a:cubicBezTo>
                  <a:pt x="2712" y="1017"/>
                  <a:pt x="2712" y="966"/>
                  <a:pt x="2712" y="915"/>
                </a:cubicBezTo>
                <a:cubicBezTo>
                  <a:pt x="2916" y="915"/>
                  <a:pt x="3121" y="915"/>
                  <a:pt x="3325" y="915"/>
                </a:cubicBezTo>
                <a:cubicBezTo>
                  <a:pt x="3325" y="610"/>
                  <a:pt x="3325" y="305"/>
                  <a:pt x="3325" y="0"/>
                </a:cubicBezTo>
                <a:cubicBezTo>
                  <a:pt x="3513" y="0"/>
                  <a:pt x="3701" y="0"/>
                  <a:pt x="3888" y="0"/>
                </a:cubicBezTo>
                <a:cubicBezTo>
                  <a:pt x="3888" y="305"/>
                  <a:pt x="3888" y="610"/>
                  <a:pt x="3888" y="915"/>
                </a:cubicBezTo>
                <a:cubicBezTo>
                  <a:pt x="3962" y="915"/>
                  <a:pt x="4036" y="915"/>
                  <a:pt x="4110" y="915"/>
                </a:cubicBezTo>
                <a:cubicBezTo>
                  <a:pt x="4110" y="966"/>
                  <a:pt x="4110" y="1017"/>
                  <a:pt x="4110" y="1068"/>
                </a:cubicBezTo>
                <a:cubicBezTo>
                  <a:pt x="4036" y="1068"/>
                  <a:pt x="3962" y="1068"/>
                  <a:pt x="3888" y="1068"/>
                </a:cubicBezTo>
                <a:cubicBezTo>
                  <a:pt x="3888" y="1876"/>
                  <a:pt x="3888" y="2683"/>
                  <a:pt x="3888" y="3491"/>
                </a:cubicBezTo>
                <a:cubicBezTo>
                  <a:pt x="3899" y="3864"/>
                  <a:pt x="3752" y="4045"/>
                  <a:pt x="3445" y="4034"/>
                </a:cubicBezTo>
                <a:cubicBezTo>
                  <a:pt x="3104" y="4011"/>
                  <a:pt x="2842" y="3875"/>
                  <a:pt x="2660" y="3627"/>
                </a:cubicBezTo>
                <a:cubicBezTo>
                  <a:pt x="2638" y="3909"/>
                  <a:pt x="2501" y="4045"/>
                  <a:pt x="2251" y="4034"/>
                </a:cubicBezTo>
                <a:cubicBezTo>
                  <a:pt x="1956" y="4022"/>
                  <a:pt x="1762" y="3915"/>
                  <a:pt x="1671" y="3712"/>
                </a:cubicBezTo>
                <a:cubicBezTo>
                  <a:pt x="1592" y="3881"/>
                  <a:pt x="1353" y="3943"/>
                  <a:pt x="955" y="3898"/>
                </a:cubicBezTo>
                <a:cubicBezTo>
                  <a:pt x="1092" y="3785"/>
                  <a:pt x="1188" y="3672"/>
                  <a:pt x="1245" y="3559"/>
                </a:cubicBezTo>
                <a:cubicBezTo>
                  <a:pt x="1359" y="3322"/>
                  <a:pt x="1478" y="3017"/>
                  <a:pt x="1603" y="2644"/>
                </a:cubicBezTo>
                <a:cubicBezTo>
                  <a:pt x="1399" y="2644"/>
                  <a:pt x="1194" y="2644"/>
                  <a:pt x="989" y="2644"/>
                </a:cubicBezTo>
                <a:cubicBezTo>
                  <a:pt x="989" y="2599"/>
                  <a:pt x="989" y="2553"/>
                  <a:pt x="989" y="2508"/>
                </a:cubicBezTo>
                <a:cubicBezTo>
                  <a:pt x="1052" y="2508"/>
                  <a:pt x="1114" y="2508"/>
                  <a:pt x="1177" y="2508"/>
                </a:cubicBezTo>
                <a:cubicBezTo>
                  <a:pt x="1177" y="1813"/>
                  <a:pt x="1177" y="1119"/>
                  <a:pt x="1177" y="424"/>
                </a:cubicBezTo>
                <a:cubicBezTo>
                  <a:pt x="1291" y="424"/>
                  <a:pt x="1404" y="424"/>
                  <a:pt x="1518" y="424"/>
                </a:cubicBezTo>
                <a:cubicBezTo>
                  <a:pt x="1552" y="379"/>
                  <a:pt x="1603" y="254"/>
                  <a:pt x="1671" y="51"/>
                </a:cubicBezTo>
                <a:cubicBezTo>
                  <a:pt x="1671" y="62"/>
                  <a:pt x="1677" y="45"/>
                  <a:pt x="1689" y="0"/>
                </a:cubicBezTo>
                <a:close/>
              </a:path>
            </a:pathLst>
          </a:custGeom>
          <a:solidFill>
            <a:srgbClr val="B2DC7B">
              <a:alpha val="70000"/>
            </a:srgbClr>
          </a:solidFill>
          <a:ln w="9525">
            <a:noFill/>
          </a:ln>
        </p:spPr>
        <p:txBody>
          <a:bodyPr/>
          <a:p>
            <a:endParaRPr lang="zh-CN" altLang="en-US"/>
          </a:p>
        </p:txBody>
      </p:sp>
      <p:sp>
        <p:nvSpPr>
          <p:cNvPr id="16389" name="椭圆 18"/>
          <p:cNvSpPr/>
          <p:nvPr/>
        </p:nvSpPr>
        <p:spPr>
          <a:xfrm>
            <a:off x="2114550" y="4406900"/>
            <a:ext cx="619125" cy="463550"/>
          </a:xfrm>
          <a:prstGeom prst="ellipse">
            <a:avLst/>
          </a:prstGeom>
          <a:solidFill>
            <a:srgbClr val="C9E69E"/>
          </a:solidFill>
          <a:ln w="25400" cap="flat" cmpd="sng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120226" tIns="62653" rIns="120226" bIns="62653" anchor="ctr"/>
          <a:p>
            <a:pPr algn="ctr" eaLnBrk="0" hangingPunct="0"/>
            <a:endParaRPr lang="zh-CN" altLang="en-US" sz="2400" dirty="0">
              <a:solidFill>
                <a:srgbClr val="FFFFFF"/>
              </a:solidFill>
              <a:latin typeface="仿宋" panose="02010609060101010101" charset="-122"/>
              <a:ea typeface="微软雅黑" panose="020B0503020204020204" charset="-122"/>
            </a:endParaRPr>
          </a:p>
        </p:txBody>
      </p:sp>
      <p:sp>
        <p:nvSpPr>
          <p:cNvPr id="16390" name="KSO_Shape"/>
          <p:cNvSpPr/>
          <p:nvPr/>
        </p:nvSpPr>
        <p:spPr>
          <a:xfrm>
            <a:off x="2260600" y="4545013"/>
            <a:ext cx="325438" cy="165100"/>
          </a:xfrm>
          <a:custGeom>
            <a:avLst/>
            <a:gdLst/>
            <a:ahLst/>
            <a:cxnLst>
              <a:cxn ang="0">
                <a:pos x="1897867" y="1805825"/>
              </a:cxn>
              <a:cxn ang="0">
                <a:pos x="2485737" y="2315734"/>
              </a:cxn>
              <a:cxn ang="0">
                <a:pos x="3073607" y="1805825"/>
              </a:cxn>
              <a:cxn ang="0">
                <a:pos x="4820061" y="3320682"/>
              </a:cxn>
              <a:cxn ang="0">
                <a:pos x="151413" y="3320682"/>
              </a:cxn>
              <a:cxn ang="0">
                <a:pos x="1897867" y="1805825"/>
              </a:cxn>
              <a:cxn ang="0">
                <a:pos x="0" y="159634"/>
              </a:cxn>
              <a:cxn ang="0">
                <a:pos x="1788328" y="1710812"/>
              </a:cxn>
              <a:cxn ang="0">
                <a:pos x="0" y="3261996"/>
              </a:cxn>
              <a:cxn ang="0">
                <a:pos x="0" y="159634"/>
              </a:cxn>
              <a:cxn ang="0">
                <a:pos x="4974795" y="156753"/>
              </a:cxn>
              <a:cxn ang="0">
                <a:pos x="4974795" y="3264872"/>
              </a:cxn>
              <a:cxn ang="0">
                <a:pos x="3183146" y="1710812"/>
              </a:cxn>
              <a:cxn ang="0">
                <a:pos x="4974795" y="156753"/>
              </a:cxn>
              <a:cxn ang="0">
                <a:pos x="35040" y="0"/>
              </a:cxn>
              <a:cxn ang="0">
                <a:pos x="4936434" y="0"/>
              </a:cxn>
              <a:cxn ang="0">
                <a:pos x="2485737" y="2125709"/>
              </a:cxn>
              <a:cxn ang="0">
                <a:pos x="35040" y="0"/>
              </a:cxn>
            </a:cxnLst>
            <a:pathLst>
              <a:path w="4974795" h="3320682">
                <a:moveTo>
                  <a:pt x="1897867" y="1805825"/>
                </a:moveTo>
                <a:lnTo>
                  <a:pt x="2485737" y="2315734"/>
                </a:lnTo>
                <a:lnTo>
                  <a:pt x="3073607" y="1805825"/>
                </a:lnTo>
                <a:lnTo>
                  <a:pt x="4820061" y="3320682"/>
                </a:lnTo>
                <a:lnTo>
                  <a:pt x="151413" y="3320682"/>
                </a:lnTo>
                <a:lnTo>
                  <a:pt x="1897867" y="1805825"/>
                </a:lnTo>
                <a:close/>
                <a:moveTo>
                  <a:pt x="0" y="159634"/>
                </a:moveTo>
                <a:lnTo>
                  <a:pt x="1788328" y="1710812"/>
                </a:lnTo>
                <a:lnTo>
                  <a:pt x="0" y="3261996"/>
                </a:lnTo>
                <a:lnTo>
                  <a:pt x="0" y="159634"/>
                </a:lnTo>
                <a:close/>
                <a:moveTo>
                  <a:pt x="4974795" y="156753"/>
                </a:moveTo>
                <a:lnTo>
                  <a:pt x="4974795" y="3264872"/>
                </a:lnTo>
                <a:lnTo>
                  <a:pt x="3183146" y="1710812"/>
                </a:lnTo>
                <a:lnTo>
                  <a:pt x="4974795" y="156753"/>
                </a:lnTo>
                <a:close/>
                <a:moveTo>
                  <a:pt x="35040" y="0"/>
                </a:moveTo>
                <a:lnTo>
                  <a:pt x="4936434" y="0"/>
                </a:lnTo>
                <a:lnTo>
                  <a:pt x="2485737" y="2125709"/>
                </a:lnTo>
                <a:lnTo>
                  <a:pt x="35040" y="0"/>
                </a:lnTo>
                <a:close/>
              </a:path>
            </a:pathLst>
          </a:custGeom>
          <a:solidFill>
            <a:srgbClr val="FFFFFF"/>
          </a:solidFill>
          <a:ln w="9525">
            <a:noFill/>
          </a:ln>
        </p:spPr>
        <p:txBody>
          <a:bodyPr/>
          <a:p>
            <a:endParaRPr lang="zh-CN" altLang="en-US"/>
          </a:p>
        </p:txBody>
      </p:sp>
      <p:sp>
        <p:nvSpPr>
          <p:cNvPr id="16391" name="椭圆 20"/>
          <p:cNvSpPr/>
          <p:nvPr/>
        </p:nvSpPr>
        <p:spPr>
          <a:xfrm>
            <a:off x="4662488" y="4406900"/>
            <a:ext cx="620712" cy="463550"/>
          </a:xfrm>
          <a:prstGeom prst="ellipse">
            <a:avLst/>
          </a:prstGeom>
          <a:solidFill>
            <a:srgbClr val="C9E69E"/>
          </a:solidFill>
          <a:ln w="25400" cap="flat" cmpd="sng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120226" tIns="62653" rIns="120226" bIns="62653" anchor="ctr"/>
          <a:p>
            <a:pPr algn="ctr" eaLnBrk="0" hangingPunct="0"/>
            <a:endParaRPr lang="zh-CN" altLang="en-US" sz="2400" dirty="0">
              <a:solidFill>
                <a:srgbClr val="FFFFFF"/>
              </a:solidFill>
              <a:latin typeface="仿宋" panose="02010609060101010101" charset="-122"/>
              <a:ea typeface="微软雅黑" panose="020B0503020204020204" charset="-122"/>
            </a:endParaRPr>
          </a:p>
        </p:txBody>
      </p:sp>
      <p:sp>
        <p:nvSpPr>
          <p:cNvPr id="16392" name="KSO_Shape"/>
          <p:cNvSpPr/>
          <p:nvPr/>
        </p:nvSpPr>
        <p:spPr>
          <a:xfrm>
            <a:off x="4840288" y="4537075"/>
            <a:ext cx="265112" cy="203200"/>
          </a:xfrm>
          <a:custGeom>
            <a:avLst/>
            <a:gdLst/>
            <a:ahLst/>
            <a:cxnLst>
              <a:cxn ang="0">
                <a:pos x="135620" y="818456"/>
              </a:cxn>
              <a:cxn ang="0">
                <a:pos x="108323" y="1103729"/>
              </a:cxn>
              <a:cxn ang="0">
                <a:pos x="437069" y="1040437"/>
              </a:cxn>
              <a:cxn ang="0">
                <a:pos x="135620" y="818456"/>
              </a:cxn>
              <a:cxn ang="0">
                <a:pos x="582086" y="345816"/>
              </a:cxn>
              <a:cxn ang="0">
                <a:pos x="413811" y="495363"/>
              </a:cxn>
              <a:cxn ang="0">
                <a:pos x="750361" y="495364"/>
              </a:cxn>
              <a:cxn ang="0">
                <a:pos x="582086" y="345816"/>
              </a:cxn>
              <a:cxn ang="0">
                <a:pos x="954622" y="129"/>
              </a:cxn>
              <a:cxn ang="0">
                <a:pos x="1081775" y="41196"/>
              </a:cxn>
              <a:cxn ang="0">
                <a:pos x="1119349" y="116033"/>
              </a:cxn>
              <a:cxn ang="0">
                <a:pos x="1093494" y="81508"/>
              </a:cxn>
              <a:cxn ang="0">
                <a:pos x="737350" y="130602"/>
              </a:cxn>
              <a:cxn ang="0">
                <a:pos x="1091569" y="582598"/>
              </a:cxn>
              <a:cxn ang="0">
                <a:pos x="1085273" y="640757"/>
              </a:cxn>
              <a:cxn ang="0">
                <a:pos x="755888" y="640756"/>
              </a:cxn>
              <a:cxn ang="0">
                <a:pos x="719073" y="640757"/>
              </a:cxn>
              <a:cxn ang="0">
                <a:pos x="408284" y="640757"/>
              </a:cxn>
              <a:cxn ang="0">
                <a:pos x="582086" y="819383"/>
              </a:cxn>
              <a:cxn ang="0">
                <a:pos x="725617" y="727992"/>
              </a:cxn>
              <a:cxn ang="0">
                <a:pos x="1064773" y="727992"/>
              </a:cxn>
              <a:cxn ang="0">
                <a:pos x="578539" y="1060320"/>
              </a:cxn>
              <a:cxn ang="0">
                <a:pos x="470646" y="1048435"/>
              </a:cxn>
              <a:cxn ang="0">
                <a:pos x="45670" y="1116267"/>
              </a:cxn>
              <a:cxn ang="0">
                <a:pos x="124297" y="645271"/>
              </a:cxn>
              <a:cxn ang="0">
                <a:pos x="130887" y="634433"/>
              </a:cxn>
              <a:cxn ang="0">
                <a:pos x="163296" y="582889"/>
              </a:cxn>
              <a:cxn ang="0">
                <a:pos x="189707" y="547372"/>
              </a:cxn>
              <a:cxn ang="0">
                <a:pos x="249351" y="468810"/>
              </a:cxn>
              <a:cxn ang="0">
                <a:pos x="288439" y="424719"/>
              </a:cxn>
              <a:cxn ang="0">
                <a:pos x="341644" y="364703"/>
              </a:cxn>
              <a:cxn ang="0">
                <a:pos x="498166" y="220924"/>
              </a:cxn>
              <a:cxn ang="0">
                <a:pos x="65845" y="579499"/>
              </a:cxn>
              <a:cxn ang="0">
                <a:pos x="578538" y="104878"/>
              </a:cxn>
              <a:cxn ang="0">
                <a:pos x="651994" y="111773"/>
              </a:cxn>
              <a:cxn ang="0">
                <a:pos x="954622" y="129"/>
              </a:cxn>
            </a:cxnLst>
            <a:pathLst>
              <a:path w="1119349" h="1157433">
                <a:moveTo>
                  <a:pt x="135620" y="818456"/>
                </a:moveTo>
                <a:cubicBezTo>
                  <a:pt x="71450" y="948523"/>
                  <a:pt x="57484" y="1054732"/>
                  <a:pt x="108323" y="1103729"/>
                </a:cubicBezTo>
                <a:cubicBezTo>
                  <a:pt x="164989" y="1158341"/>
                  <a:pt x="289713" y="1129874"/>
                  <a:pt x="437069" y="1040437"/>
                </a:cubicBezTo>
                <a:cubicBezTo>
                  <a:pt x="307239" y="1007168"/>
                  <a:pt x="198946" y="926245"/>
                  <a:pt x="135620" y="818456"/>
                </a:cubicBezTo>
                <a:close/>
                <a:moveTo>
                  <a:pt x="582086" y="345816"/>
                </a:moveTo>
                <a:cubicBezTo>
                  <a:pt x="490772" y="345817"/>
                  <a:pt x="434615" y="407693"/>
                  <a:pt x="413811" y="495363"/>
                </a:cubicBezTo>
                <a:lnTo>
                  <a:pt x="750361" y="495364"/>
                </a:lnTo>
                <a:cubicBezTo>
                  <a:pt x="729557" y="407692"/>
                  <a:pt x="673401" y="345816"/>
                  <a:pt x="582086" y="345816"/>
                </a:cubicBezTo>
                <a:close/>
                <a:moveTo>
                  <a:pt x="954622" y="129"/>
                </a:moveTo>
                <a:cubicBezTo>
                  <a:pt x="1007406" y="-1466"/>
                  <a:pt x="1051113" y="11645"/>
                  <a:pt x="1081775" y="41196"/>
                </a:cubicBezTo>
                <a:cubicBezTo>
                  <a:pt x="1101805" y="60500"/>
                  <a:pt x="1115030" y="85625"/>
                  <a:pt x="1119349" y="116033"/>
                </a:cubicBezTo>
                <a:cubicBezTo>
                  <a:pt x="1112931" y="103633"/>
                  <a:pt x="1104158" y="92219"/>
                  <a:pt x="1093494" y="81508"/>
                </a:cubicBezTo>
                <a:cubicBezTo>
                  <a:pt x="1010899" y="-1451"/>
                  <a:pt x="882017" y="28786"/>
                  <a:pt x="737350" y="130602"/>
                </a:cubicBezTo>
                <a:cubicBezTo>
                  <a:pt x="943277" y="190863"/>
                  <a:pt x="1091569" y="370605"/>
                  <a:pt x="1091569" y="582598"/>
                </a:cubicBezTo>
                <a:lnTo>
                  <a:pt x="1085273" y="640757"/>
                </a:lnTo>
                <a:lnTo>
                  <a:pt x="755888" y="640756"/>
                </a:lnTo>
                <a:lnTo>
                  <a:pt x="719073" y="640757"/>
                </a:lnTo>
                <a:lnTo>
                  <a:pt x="408284" y="640757"/>
                </a:lnTo>
                <a:cubicBezTo>
                  <a:pt x="424002" y="743453"/>
                  <a:pt x="484447" y="819382"/>
                  <a:pt x="582086" y="819383"/>
                </a:cubicBezTo>
                <a:cubicBezTo>
                  <a:pt x="648673" y="819382"/>
                  <a:pt x="697960" y="784070"/>
                  <a:pt x="725617" y="727992"/>
                </a:cubicBezTo>
                <a:lnTo>
                  <a:pt x="1064773" y="727992"/>
                </a:lnTo>
                <a:cubicBezTo>
                  <a:pt x="1000780" y="921122"/>
                  <a:pt x="807116" y="1060320"/>
                  <a:pt x="578539" y="1060320"/>
                </a:cubicBezTo>
                <a:cubicBezTo>
                  <a:pt x="541437" y="1060319"/>
                  <a:pt x="505255" y="1056652"/>
                  <a:pt x="470646" y="1048435"/>
                </a:cubicBezTo>
                <a:cubicBezTo>
                  <a:pt x="288189" y="1159820"/>
                  <a:pt x="124174" y="1191927"/>
                  <a:pt x="45670" y="1116267"/>
                </a:cubicBezTo>
                <a:cubicBezTo>
                  <a:pt x="-38972" y="1034693"/>
                  <a:pt x="-2092" y="849162"/>
                  <a:pt x="124297" y="645271"/>
                </a:cubicBezTo>
                <a:cubicBezTo>
                  <a:pt x="126384" y="641564"/>
                  <a:pt x="128546" y="637931"/>
                  <a:pt x="130887" y="634433"/>
                </a:cubicBezTo>
                <a:cubicBezTo>
                  <a:pt x="140131" y="616742"/>
                  <a:pt x="151256" y="599735"/>
                  <a:pt x="163296" y="582889"/>
                </a:cubicBezTo>
                <a:cubicBezTo>
                  <a:pt x="171413" y="570408"/>
                  <a:pt x="179765" y="558285"/>
                  <a:pt x="189707" y="547372"/>
                </a:cubicBezTo>
                <a:cubicBezTo>
                  <a:pt x="207410" y="520542"/>
                  <a:pt x="227598" y="494496"/>
                  <a:pt x="249351" y="468810"/>
                </a:cubicBezTo>
                <a:cubicBezTo>
                  <a:pt x="261501" y="453873"/>
                  <a:pt x="274484" y="439223"/>
                  <a:pt x="288439" y="424719"/>
                </a:cubicBezTo>
                <a:cubicBezTo>
                  <a:pt x="304701" y="403895"/>
                  <a:pt x="322841" y="384213"/>
                  <a:pt x="341644" y="364703"/>
                </a:cubicBezTo>
                <a:cubicBezTo>
                  <a:pt x="392793" y="311630"/>
                  <a:pt x="445389" y="263415"/>
                  <a:pt x="498166" y="220924"/>
                </a:cubicBezTo>
                <a:cubicBezTo>
                  <a:pt x="310657" y="309270"/>
                  <a:pt x="183697" y="431706"/>
                  <a:pt x="65845" y="579499"/>
                </a:cubicBezTo>
                <a:cubicBezTo>
                  <a:pt x="67312" y="317087"/>
                  <a:pt x="296312" y="104878"/>
                  <a:pt x="578538" y="104878"/>
                </a:cubicBezTo>
                <a:lnTo>
                  <a:pt x="651994" y="111773"/>
                </a:lnTo>
                <a:cubicBezTo>
                  <a:pt x="764896" y="41979"/>
                  <a:pt x="871117" y="2651"/>
                  <a:pt x="954622" y="129"/>
                </a:cubicBezTo>
                <a:close/>
              </a:path>
            </a:pathLst>
          </a:custGeom>
          <a:solidFill>
            <a:srgbClr val="FFFFFF"/>
          </a:solidFill>
          <a:ln w="9525">
            <a:noFill/>
          </a:ln>
        </p:spPr>
        <p:txBody>
          <a:bodyPr/>
          <a:p>
            <a:endParaRPr lang="zh-CN" altLang="en-US"/>
          </a:p>
        </p:txBody>
      </p:sp>
      <p:cxnSp>
        <p:nvCxnSpPr>
          <p:cNvPr id="16393" name="直接连接符 43"/>
          <p:cNvCxnSpPr/>
          <p:nvPr/>
        </p:nvCxnSpPr>
        <p:spPr>
          <a:xfrm>
            <a:off x="3563938" y="4449763"/>
            <a:ext cx="0" cy="827087"/>
          </a:xfrm>
          <a:prstGeom prst="line">
            <a:avLst/>
          </a:prstGeom>
          <a:ln w="9525" cap="flat" cmpd="sng">
            <a:solidFill>
              <a:srgbClr val="D7D7D7"/>
            </a:solidFill>
            <a:prstDash val="sysDash"/>
            <a:round/>
            <a:headEnd type="none" w="med" len="med"/>
            <a:tailEnd type="none" w="med" len="med"/>
          </a:ln>
        </p:spPr>
      </p:cxnSp>
      <p:sp>
        <p:nvSpPr>
          <p:cNvPr id="16394" name="文本框 40"/>
          <p:cNvSpPr txBox="1"/>
          <p:nvPr/>
        </p:nvSpPr>
        <p:spPr>
          <a:xfrm>
            <a:off x="1822450" y="5010150"/>
            <a:ext cx="1214438" cy="301625"/>
          </a:xfrm>
          <a:prstGeom prst="rect">
            <a:avLst/>
          </a:prstGeom>
          <a:noFill/>
          <a:ln w="9525">
            <a:noFill/>
          </a:ln>
        </p:spPr>
        <p:txBody>
          <a:bodyPr wrap="none" anchor="ctr"/>
          <a:p>
            <a:pPr marR="0" algn="ctr" defTabSz="914400" eaLnBrk="0" fontAlgn="auto" hangingPunct="0"/>
            <a:r>
              <a:rPr kumimoji="0" lang="en-US" altLang="zh-CN" sz="1865" b="1" i="0" kern="1200" cap="none" spc="0" normalizeH="0" baseline="0" noProof="1" dirty="0">
                <a:solidFill>
                  <a:srgbClr val="50A782"/>
                </a:solidFill>
                <a:latin typeface="仿宋" panose="02010609060101010101" charset="-122"/>
                <a:ea typeface="微软雅黑" panose="020B0503020204020204" charset="-122"/>
                <a:cs typeface="+mn-cs"/>
                <a:sym typeface="+mn-ea"/>
              </a:rPr>
              <a:t>3334326094@</a:t>
            </a:r>
            <a:r>
              <a:rPr kumimoji="0" lang="zh-CN" altLang="en-US" sz="1865" b="1" i="0" kern="1200" cap="none" spc="0" normalizeH="0" baseline="0" noProof="1" dirty="0">
                <a:solidFill>
                  <a:srgbClr val="50A782"/>
                </a:solidFill>
                <a:latin typeface="仿宋" panose="02010609060101010101" charset="-122"/>
                <a:ea typeface="微软雅黑" panose="020B0503020204020204" charset="-122"/>
                <a:cs typeface="+mn-cs"/>
                <a:sym typeface="+mn-ea"/>
              </a:rPr>
              <a:t>qq</a:t>
            </a:r>
            <a:r>
              <a:rPr kumimoji="0" lang="en-US" altLang="zh-CN" sz="1865" b="1" i="0" kern="1200" cap="none" spc="0" normalizeH="0" baseline="0" noProof="1" dirty="0">
                <a:solidFill>
                  <a:srgbClr val="50A782"/>
                </a:solidFill>
                <a:latin typeface="仿宋" panose="02010609060101010101" charset="-122"/>
                <a:ea typeface="微软雅黑" panose="020B0503020204020204" charset="-122"/>
                <a:cs typeface="+mn-cs"/>
                <a:sym typeface="+mn-ea"/>
              </a:rPr>
              <a:t>.com</a:t>
            </a:r>
            <a:endParaRPr kumimoji="0" lang="en-US" altLang="zh-CN" sz="1865" b="1" i="0" kern="1200" cap="none" spc="0" normalizeH="0" baseline="0" noProof="1" dirty="0">
              <a:solidFill>
                <a:srgbClr val="50A782"/>
              </a:solidFill>
              <a:latin typeface="仿宋" panose="02010609060101010101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16395" name="文本框 46"/>
          <p:cNvSpPr txBox="1"/>
          <p:nvPr/>
        </p:nvSpPr>
        <p:spPr>
          <a:xfrm>
            <a:off x="4192588" y="5010150"/>
            <a:ext cx="1679575" cy="301625"/>
          </a:xfrm>
          <a:prstGeom prst="rect">
            <a:avLst/>
          </a:prstGeom>
          <a:noFill/>
          <a:ln w="9525">
            <a:noFill/>
          </a:ln>
        </p:spPr>
        <p:txBody>
          <a:bodyPr wrap="none" anchor="ctr"/>
          <a:p>
            <a:pPr marR="0" algn="ctr" defTabSz="914400" eaLnBrk="0" fontAlgn="auto" hangingPunct="0"/>
            <a:r>
              <a:rPr kumimoji="0" lang="zh-CN" altLang="en-US" sz="1865" b="1" i="0" kern="1200" cap="none" spc="0" normalizeH="0" baseline="0" noProof="1" dirty="0">
                <a:solidFill>
                  <a:srgbClr val="50A782"/>
                </a:solidFill>
                <a:latin typeface="仿宋" panose="02010609060101010101" charset="-122"/>
                <a:ea typeface="微软雅黑" panose="020B0503020204020204" charset="-122"/>
                <a:cs typeface="+mn-cs"/>
                <a:sym typeface="+mn-ea"/>
              </a:rPr>
              <a:t>www</a:t>
            </a:r>
            <a:r>
              <a:rPr kumimoji="0" lang="en-US" altLang="zh-CN" sz="1865" b="1" i="0" kern="1200" cap="none" spc="0" normalizeH="0" baseline="0" noProof="1" dirty="0">
                <a:solidFill>
                  <a:srgbClr val="50A782"/>
                </a:solidFill>
                <a:latin typeface="仿宋" panose="02010609060101010101" charset="-122"/>
                <a:ea typeface="微软雅黑" panose="020B0503020204020204" charset="-122"/>
                <a:cs typeface="+mn-cs"/>
                <a:sym typeface="+mn-ea"/>
              </a:rPr>
              <a:t>.</a:t>
            </a:r>
            <a:r>
              <a:rPr kumimoji="0" lang="zh-CN" altLang="en-US" sz="1865" b="1" i="0" kern="1200" cap="none" spc="0" normalizeH="0" baseline="0" noProof="1" dirty="0">
                <a:solidFill>
                  <a:srgbClr val="50A782"/>
                </a:solidFill>
                <a:latin typeface="仿宋" panose="02010609060101010101" charset="-122"/>
                <a:ea typeface="微软雅黑" panose="020B0503020204020204" charset="-122"/>
                <a:cs typeface="+mn-cs"/>
                <a:sym typeface="+mn-ea"/>
              </a:rPr>
              <a:t>youyi100</a:t>
            </a:r>
            <a:r>
              <a:rPr kumimoji="0" lang="en-US" altLang="zh-CN" sz="1865" b="1" i="0" kern="1200" cap="none" spc="0" normalizeH="0" baseline="0" noProof="1" dirty="0">
                <a:solidFill>
                  <a:srgbClr val="50A782"/>
                </a:solidFill>
                <a:latin typeface="仿宋" panose="02010609060101010101" charset="-122"/>
                <a:ea typeface="微软雅黑" panose="020B0503020204020204" charset="-122"/>
                <a:cs typeface="+mn-cs"/>
                <a:sym typeface="+mn-ea"/>
              </a:rPr>
              <a:t>.com</a:t>
            </a:r>
            <a:endParaRPr kumimoji="0" lang="en-US" altLang="zh-CN" sz="1865" b="1" i="0" kern="1200" cap="none" spc="0" normalizeH="0" baseline="0" noProof="1" dirty="0">
              <a:solidFill>
                <a:srgbClr val="50A782"/>
              </a:solidFill>
              <a:latin typeface="仿宋" panose="02010609060101010101" charset="-122"/>
              <a:ea typeface="微软雅黑" panose="020B0503020204020204" charset="-122"/>
              <a:cs typeface="+mn-cs"/>
              <a:sym typeface="+mn-ea"/>
            </a:endParaRPr>
          </a:p>
        </p:txBody>
      </p:sp>
      <p:grpSp>
        <p:nvGrpSpPr>
          <p:cNvPr id="4" name="Group 12"/>
          <p:cNvGrpSpPr/>
          <p:nvPr/>
        </p:nvGrpSpPr>
        <p:grpSpPr>
          <a:xfrm>
            <a:off x="7274555" y="4451663"/>
            <a:ext cx="576962" cy="432324"/>
            <a:chOff x="0" y="0"/>
            <a:chExt cx="825" cy="825"/>
          </a:xfrm>
          <a:solidFill>
            <a:srgbClr val="C9E69E"/>
          </a:solidFill>
        </p:grpSpPr>
        <p:sp>
          <p:nvSpPr>
            <p:cNvPr id="41996" name="椭圆 24"/>
            <p:cNvSpPr/>
            <p:nvPr/>
          </p:nvSpPr>
          <p:spPr>
            <a:xfrm>
              <a:off x="0" y="0"/>
              <a:ext cx="825" cy="825"/>
            </a:xfrm>
            <a:prstGeom prst="ellipse">
              <a:avLst/>
            </a:prstGeom>
            <a:grpFill/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120226" tIns="62653" rIns="120226" bIns="62653" anchor="ctr"/>
            <a:p>
              <a:pPr algn="ctr" eaLnBrk="0" fontAlgn="base" hangingPunct="0"/>
              <a:endParaRPr lang="zh-CN" altLang="en-US" sz="4800" b="1" strike="noStrike" noProof="1" dirty="0">
                <a:solidFill>
                  <a:srgbClr val="FFFFFF"/>
                </a:solidFill>
                <a:latin typeface="E-B7" panose="02060000000000000000" charset="-127"/>
                <a:ea typeface="宋体" panose="02010600030101010101" pitchFamily="2" charset="-122"/>
              </a:endParaRPr>
            </a:p>
          </p:txBody>
        </p:sp>
        <p:sp>
          <p:nvSpPr>
            <p:cNvPr id="41997" name="KSO_Shape"/>
            <p:cNvSpPr/>
            <p:nvPr/>
          </p:nvSpPr>
          <p:spPr>
            <a:xfrm>
              <a:off x="215" y="222"/>
              <a:ext cx="403" cy="376"/>
            </a:xfrm>
            <a:custGeom>
              <a:avLst/>
              <a:gdLst/>
              <a:ahLst/>
              <a:cxnLst>
                <a:cxn ang="0">
                  <a:pos x="813088" y="487443"/>
                </a:cxn>
                <a:cxn ang="0">
                  <a:pos x="777088" y="523443"/>
                </a:cxn>
                <a:cxn ang="0">
                  <a:pos x="813088" y="559443"/>
                </a:cxn>
                <a:cxn ang="0">
                  <a:pos x="849088" y="523443"/>
                </a:cxn>
                <a:cxn ang="0">
                  <a:pos x="813088" y="487443"/>
                </a:cxn>
                <a:cxn ang="0">
                  <a:pos x="606961" y="487443"/>
                </a:cxn>
                <a:cxn ang="0">
                  <a:pos x="570961" y="523443"/>
                </a:cxn>
                <a:cxn ang="0">
                  <a:pos x="606961" y="559443"/>
                </a:cxn>
                <a:cxn ang="0">
                  <a:pos x="642961" y="523443"/>
                </a:cxn>
                <a:cxn ang="0">
                  <a:pos x="606961" y="487443"/>
                </a:cxn>
                <a:cxn ang="0">
                  <a:pos x="691345" y="336511"/>
                </a:cxn>
                <a:cxn ang="0">
                  <a:pos x="901758" y="422110"/>
                </a:cxn>
                <a:cxn ang="0">
                  <a:pos x="881173" y="774306"/>
                </a:cxn>
                <a:cxn ang="0">
                  <a:pos x="905846" y="903534"/>
                </a:cxn>
                <a:cxn ang="0">
                  <a:pos x="792422" y="824563"/>
                </a:cxn>
                <a:cxn ang="0">
                  <a:pos x="459770" y="713074"/>
                </a:cxn>
                <a:cxn ang="0">
                  <a:pos x="554971" y="373268"/>
                </a:cxn>
                <a:cxn ang="0">
                  <a:pos x="691345" y="336511"/>
                </a:cxn>
                <a:cxn ang="0">
                  <a:pos x="547874" y="187267"/>
                </a:cxn>
                <a:cxn ang="0">
                  <a:pos x="493874" y="241267"/>
                </a:cxn>
                <a:cxn ang="0">
                  <a:pos x="547874" y="295267"/>
                </a:cxn>
                <a:cxn ang="0">
                  <a:pos x="601874" y="241267"/>
                </a:cxn>
                <a:cxn ang="0">
                  <a:pos x="547874" y="187267"/>
                </a:cxn>
                <a:cxn ang="0">
                  <a:pos x="294449" y="187267"/>
                </a:cxn>
                <a:cxn ang="0">
                  <a:pos x="240449" y="241267"/>
                </a:cxn>
                <a:cxn ang="0">
                  <a:pos x="294449" y="295267"/>
                </a:cxn>
                <a:cxn ang="0">
                  <a:pos x="348449" y="241267"/>
                </a:cxn>
                <a:cxn ang="0">
                  <a:pos x="294449" y="187267"/>
                </a:cxn>
                <a:cxn ang="0">
                  <a:pos x="408549" y="168"/>
                </a:cxn>
                <a:cxn ang="0">
                  <a:pos x="553141" y="18800"/>
                </a:cxn>
                <a:cxn ang="0">
                  <a:pos x="840274" y="375462"/>
                </a:cxn>
                <a:cxn ang="0">
                  <a:pos x="535419" y="357502"/>
                </a:cxn>
                <a:cxn ang="0">
                  <a:pos x="440218" y="697308"/>
                </a:cxn>
                <a:cxn ang="0">
                  <a:pos x="478397" y="739559"/>
                </a:cxn>
                <a:cxn ang="0">
                  <a:pos x="366675" y="741395"/>
                </a:cxn>
                <a:cxn ang="0">
                  <a:pos x="245711" y="837584"/>
                </a:cxn>
                <a:cxn ang="0">
                  <a:pos x="214226" y="696474"/>
                </a:cxn>
                <a:cxn ang="0">
                  <a:pos x="54436" y="189343"/>
                </a:cxn>
                <a:cxn ang="0">
                  <a:pos x="408549" y="168"/>
                </a:cxn>
              </a:cxnLst>
              <a:pathLst>
                <a:path w="969654" h="903534">
                  <a:moveTo>
                    <a:pt x="813088" y="487443"/>
                  </a:moveTo>
                  <a:cubicBezTo>
                    <a:pt x="793206" y="487443"/>
                    <a:pt x="777088" y="503561"/>
                    <a:pt x="777088" y="523443"/>
                  </a:cubicBezTo>
                  <a:cubicBezTo>
                    <a:pt x="777088" y="543325"/>
                    <a:pt x="793206" y="559443"/>
                    <a:pt x="813088" y="559443"/>
                  </a:cubicBezTo>
                  <a:cubicBezTo>
                    <a:pt x="832970" y="559443"/>
                    <a:pt x="849088" y="543325"/>
                    <a:pt x="849088" y="523443"/>
                  </a:cubicBezTo>
                  <a:cubicBezTo>
                    <a:pt x="849088" y="503561"/>
                    <a:pt x="832970" y="487443"/>
                    <a:pt x="813088" y="487443"/>
                  </a:cubicBezTo>
                  <a:close/>
                  <a:moveTo>
                    <a:pt x="606961" y="487443"/>
                  </a:moveTo>
                  <a:cubicBezTo>
                    <a:pt x="587079" y="487443"/>
                    <a:pt x="570961" y="503561"/>
                    <a:pt x="570961" y="523443"/>
                  </a:cubicBezTo>
                  <a:cubicBezTo>
                    <a:pt x="570961" y="543325"/>
                    <a:pt x="587079" y="559443"/>
                    <a:pt x="606961" y="559443"/>
                  </a:cubicBezTo>
                  <a:cubicBezTo>
                    <a:pt x="626843" y="559443"/>
                    <a:pt x="642961" y="543325"/>
                    <a:pt x="642961" y="523443"/>
                  </a:cubicBezTo>
                  <a:cubicBezTo>
                    <a:pt x="642961" y="503561"/>
                    <a:pt x="626843" y="487443"/>
                    <a:pt x="606961" y="487443"/>
                  </a:cubicBezTo>
                  <a:close/>
                  <a:moveTo>
                    <a:pt x="691345" y="336511"/>
                  </a:moveTo>
                  <a:cubicBezTo>
                    <a:pt x="769490" y="335080"/>
                    <a:pt x="847112" y="364668"/>
                    <a:pt x="901758" y="422110"/>
                  </a:cubicBezTo>
                  <a:cubicBezTo>
                    <a:pt x="999759" y="525126"/>
                    <a:pt x="990612" y="681640"/>
                    <a:pt x="881173" y="774306"/>
                  </a:cubicBezTo>
                  <a:lnTo>
                    <a:pt x="905846" y="903534"/>
                  </a:lnTo>
                  <a:lnTo>
                    <a:pt x="792422" y="824563"/>
                  </a:lnTo>
                  <a:cubicBezTo>
                    <a:pt x="666952" y="867914"/>
                    <a:pt x="525982" y="820668"/>
                    <a:pt x="459770" y="713074"/>
                  </a:cubicBezTo>
                  <a:cubicBezTo>
                    <a:pt x="386891" y="594648"/>
                    <a:pt x="429055" y="444146"/>
                    <a:pt x="554971" y="373268"/>
                  </a:cubicBezTo>
                  <a:cubicBezTo>
                    <a:pt x="597384" y="349394"/>
                    <a:pt x="644458" y="337369"/>
                    <a:pt x="691345" y="336511"/>
                  </a:cubicBezTo>
                  <a:close/>
                  <a:moveTo>
                    <a:pt x="547874" y="187267"/>
                  </a:moveTo>
                  <a:cubicBezTo>
                    <a:pt x="518051" y="187267"/>
                    <a:pt x="493874" y="211444"/>
                    <a:pt x="493874" y="241267"/>
                  </a:cubicBezTo>
                  <a:cubicBezTo>
                    <a:pt x="493874" y="271090"/>
                    <a:pt x="518051" y="295267"/>
                    <a:pt x="547874" y="295267"/>
                  </a:cubicBezTo>
                  <a:cubicBezTo>
                    <a:pt x="577697" y="295267"/>
                    <a:pt x="601874" y="271090"/>
                    <a:pt x="601874" y="241267"/>
                  </a:cubicBezTo>
                  <a:cubicBezTo>
                    <a:pt x="601874" y="211444"/>
                    <a:pt x="577697" y="187267"/>
                    <a:pt x="547874" y="187267"/>
                  </a:cubicBezTo>
                  <a:close/>
                  <a:moveTo>
                    <a:pt x="294449" y="187267"/>
                  </a:moveTo>
                  <a:cubicBezTo>
                    <a:pt x="264626" y="187267"/>
                    <a:pt x="240449" y="211444"/>
                    <a:pt x="240449" y="241267"/>
                  </a:cubicBezTo>
                  <a:cubicBezTo>
                    <a:pt x="240449" y="271090"/>
                    <a:pt x="264626" y="295267"/>
                    <a:pt x="294449" y="295267"/>
                  </a:cubicBezTo>
                  <a:cubicBezTo>
                    <a:pt x="324272" y="295267"/>
                    <a:pt x="348449" y="271090"/>
                    <a:pt x="348449" y="241267"/>
                  </a:cubicBezTo>
                  <a:cubicBezTo>
                    <a:pt x="348449" y="211444"/>
                    <a:pt x="324272" y="187267"/>
                    <a:pt x="294449" y="187267"/>
                  </a:cubicBezTo>
                  <a:close/>
                  <a:moveTo>
                    <a:pt x="408549" y="168"/>
                  </a:moveTo>
                  <a:cubicBezTo>
                    <a:pt x="456533" y="-1113"/>
                    <a:pt x="505397" y="4870"/>
                    <a:pt x="553141" y="18800"/>
                  </a:cubicBezTo>
                  <a:cubicBezTo>
                    <a:pt x="730896" y="70663"/>
                    <a:pt x="843952" y="217556"/>
                    <a:pt x="840274" y="375462"/>
                  </a:cubicBezTo>
                  <a:cubicBezTo>
                    <a:pt x="754752" y="310337"/>
                    <a:pt x="632797" y="302687"/>
                    <a:pt x="535419" y="357502"/>
                  </a:cubicBezTo>
                  <a:cubicBezTo>
                    <a:pt x="409503" y="428380"/>
                    <a:pt x="367339" y="578882"/>
                    <a:pt x="440218" y="697308"/>
                  </a:cubicBezTo>
                  <a:cubicBezTo>
                    <a:pt x="450352" y="713775"/>
                    <a:pt x="462237" y="728829"/>
                    <a:pt x="478397" y="739559"/>
                  </a:cubicBezTo>
                  <a:cubicBezTo>
                    <a:pt x="442192" y="745523"/>
                    <a:pt x="404623" y="745773"/>
                    <a:pt x="366675" y="741395"/>
                  </a:cubicBezTo>
                  <a:lnTo>
                    <a:pt x="245711" y="837584"/>
                  </a:lnTo>
                  <a:lnTo>
                    <a:pt x="214226" y="696474"/>
                  </a:lnTo>
                  <a:cubicBezTo>
                    <a:pt x="11680" y="595442"/>
                    <a:pt x="-59861" y="368389"/>
                    <a:pt x="54436" y="189343"/>
                  </a:cubicBezTo>
                  <a:cubicBezTo>
                    <a:pt x="128564" y="73222"/>
                    <a:pt x="264598" y="4010"/>
                    <a:pt x="408549" y="168"/>
                  </a:cubicBezTo>
                  <a:close/>
                </a:path>
              </a:pathLst>
            </a:custGeom>
            <a:solidFill>
              <a:schemeClr val="bg1"/>
            </a:solidFill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pPr fontAlgn="base"/>
              <a:endParaRPr lang="zh-CN" altLang="en-US" strike="noStrike" noProof="1"/>
            </a:p>
          </p:txBody>
        </p:sp>
      </p:grpSp>
      <p:cxnSp>
        <p:nvCxnSpPr>
          <p:cNvPr id="16399" name="直接连接符 43"/>
          <p:cNvCxnSpPr/>
          <p:nvPr/>
        </p:nvCxnSpPr>
        <p:spPr>
          <a:xfrm>
            <a:off x="6511925" y="4435475"/>
            <a:ext cx="0" cy="827088"/>
          </a:xfrm>
          <a:prstGeom prst="line">
            <a:avLst/>
          </a:prstGeom>
          <a:ln w="9525" cap="flat" cmpd="sng">
            <a:solidFill>
              <a:srgbClr val="D7D7D7"/>
            </a:solidFill>
            <a:prstDash val="sysDash"/>
            <a:round/>
            <a:headEnd type="none" w="med" len="med"/>
            <a:tailEnd type="none" w="med" len="med"/>
          </a:ln>
        </p:spPr>
      </p:cxnSp>
      <p:sp>
        <p:nvSpPr>
          <p:cNvPr id="16400" name="文本框 46"/>
          <p:cNvSpPr txBox="1"/>
          <p:nvPr/>
        </p:nvSpPr>
        <p:spPr>
          <a:xfrm>
            <a:off x="6696075" y="5010150"/>
            <a:ext cx="1677988" cy="301625"/>
          </a:xfrm>
          <a:prstGeom prst="rect">
            <a:avLst/>
          </a:prstGeom>
          <a:noFill/>
          <a:ln w="9525">
            <a:noFill/>
          </a:ln>
        </p:spPr>
        <p:txBody>
          <a:bodyPr wrap="none" lIns="120226" tIns="62653" rIns="120226" bIns="62653" anchor="ctr"/>
          <a:p>
            <a:pPr marR="0" algn="ctr" defTabSz="914400" eaLnBrk="0" fontAlgn="auto" hangingPunct="0"/>
            <a:r>
              <a:rPr kumimoji="0" lang="zh-CN" altLang="en-US" sz="1865" b="1" i="0" kern="1200" cap="none" spc="0" normalizeH="0" baseline="0" noProof="1" dirty="0">
                <a:solidFill>
                  <a:srgbClr val="50A782"/>
                </a:solidFill>
                <a:latin typeface="仿宋" panose="02010609060101010101" charset="-122"/>
                <a:ea typeface="微软雅黑" panose="020B0503020204020204" charset="-122"/>
                <a:cs typeface="+mn-cs"/>
                <a:sym typeface="+mn-ea"/>
              </a:rPr>
              <a:t>youyicongshu100</a:t>
            </a:r>
            <a:endParaRPr kumimoji="0" lang="zh-CN" altLang="en-US" sz="1865" b="1" i="0" kern="1200" cap="none" spc="0" normalizeH="0" baseline="0" noProof="1" dirty="0">
              <a:solidFill>
                <a:srgbClr val="50A782"/>
              </a:solidFill>
              <a:latin typeface="仿宋" panose="02010609060101010101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16401" name="任意多边形 26"/>
          <p:cNvSpPr/>
          <p:nvPr/>
        </p:nvSpPr>
        <p:spPr>
          <a:xfrm>
            <a:off x="2085975" y="1690688"/>
            <a:ext cx="2003425" cy="1450975"/>
          </a:xfrm>
          <a:custGeom>
            <a:avLst/>
            <a:gdLst/>
            <a:ahLst/>
            <a:cxnLst>
              <a:cxn ang="0">
                <a:pos x="683259" y="0"/>
              </a:cxn>
              <a:cxn ang="0">
                <a:pos x="962295" y="0"/>
              </a:cxn>
              <a:cxn ang="0">
                <a:pos x="1501139" y="623543"/>
              </a:cxn>
              <a:cxn ang="0">
                <a:pos x="962295" y="1247086"/>
              </a:cxn>
              <a:cxn ang="0">
                <a:pos x="683259" y="1247086"/>
              </a:cxn>
              <a:cxn ang="0">
                <a:pos x="1123741" y="737366"/>
              </a:cxn>
              <a:cxn ang="0">
                <a:pos x="0" y="737366"/>
              </a:cxn>
              <a:cxn ang="0">
                <a:pos x="0" y="509720"/>
              </a:cxn>
              <a:cxn ang="0">
                <a:pos x="1123741" y="509720"/>
              </a:cxn>
              <a:cxn ang="0">
                <a:pos x="683259" y="0"/>
              </a:cxn>
            </a:cxnLst>
            <a:pathLst>
              <a:path w="1501139" h="1247086">
                <a:moveTo>
                  <a:pt x="683259" y="0"/>
                </a:moveTo>
                <a:lnTo>
                  <a:pt x="962295" y="0"/>
                </a:lnTo>
                <a:lnTo>
                  <a:pt x="1501139" y="623543"/>
                </a:lnTo>
                <a:lnTo>
                  <a:pt x="962295" y="1247086"/>
                </a:lnTo>
                <a:lnTo>
                  <a:pt x="683259" y="1247086"/>
                </a:lnTo>
                <a:lnTo>
                  <a:pt x="1123741" y="737366"/>
                </a:lnTo>
                <a:lnTo>
                  <a:pt x="0" y="737366"/>
                </a:lnTo>
                <a:lnTo>
                  <a:pt x="0" y="509720"/>
                </a:lnTo>
                <a:lnTo>
                  <a:pt x="1123741" y="509720"/>
                </a:lnTo>
                <a:lnTo>
                  <a:pt x="683259" y="0"/>
                </a:lnTo>
                <a:close/>
              </a:path>
            </a:pathLst>
          </a:custGeom>
          <a:solidFill>
            <a:srgbClr val="B2DC7B">
              <a:alpha val="70000"/>
            </a:srgbClr>
          </a:solidFill>
          <a:ln w="9525">
            <a:noFill/>
          </a:ln>
        </p:spPr>
        <p:txBody>
          <a:bodyPr/>
          <a:p>
            <a:endParaRPr lang="zh-CN" altLang="en-US"/>
          </a:p>
        </p:txBody>
      </p:sp>
      <p:sp>
        <p:nvSpPr>
          <p:cNvPr id="16402" name="Text Box 18">
            <a:hlinkClick r:id="rId1"/>
          </p:cNvPr>
          <p:cNvSpPr txBox="1"/>
          <p:nvPr/>
        </p:nvSpPr>
        <p:spPr>
          <a:xfrm>
            <a:off x="6545263" y="3459163"/>
            <a:ext cx="3917950" cy="584200"/>
          </a:xfrm>
          <a:prstGeom prst="rect">
            <a:avLst/>
          </a:prstGeom>
          <a:noFill/>
          <a:ln w="9525" cap="flat" cmpd="sng">
            <a:solidFill>
              <a:srgbClr val="92D050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t">
            <a:spAutoFit/>
          </a:bodyPr>
          <a:p>
            <a:pPr eaLnBrk="0" hangingPunct="0"/>
            <a:r>
              <a:rPr lang="en-US" altLang="zh-CN" sz="3200" b="1" i="1" u="sng" dirty="0">
                <a:solidFill>
                  <a:srgbClr val="92D05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www.</a:t>
            </a:r>
            <a:r>
              <a:rPr lang="zh-CN" altLang="en-US" sz="3200" b="1" i="1" u="sng" dirty="0">
                <a:solidFill>
                  <a:srgbClr val="92D05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youyi100.com</a:t>
            </a:r>
            <a:endParaRPr lang="zh-CN" altLang="en-US" sz="3200" b="1" i="1" u="sng" dirty="0">
              <a:solidFill>
                <a:srgbClr val="92D05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3" name="矩形 32"/>
          <p:cNvSpPr/>
          <p:nvPr userDrawn="1"/>
        </p:nvSpPr>
        <p:spPr>
          <a:xfrm>
            <a:off x="9194800" y="1665288"/>
            <a:ext cx="1974850" cy="762000"/>
          </a:xfrm>
          <a:prstGeom prst="rect">
            <a:avLst/>
          </a:prstGeom>
          <a:blipFill rotWithShape="1">
            <a:blip r:embed="rId2">
              <a:alphaModFix amt="80000"/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 fontAlgn="base"/>
            <a:endParaRPr lang="zh-CN" altLang="en-US" strike="noStrike" noProof="1"/>
          </a:p>
        </p:txBody>
      </p:sp>
    </p:spTree>
    <p:custDataLst>
      <p:tags r:id="rId3"/>
    </p:custDataLst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63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63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64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64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63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500"/>
                            </p:stCondLst>
                            <p:childTnLst>
                              <p:par>
                                <p:cTn id="19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63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63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000"/>
                            </p:stCondLst>
                            <p:childTnLst>
                              <p:par>
                                <p:cTn id="24" presetID="27" presetClass="entr" presetSubtype="0" fill="hold" grpId="1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26" dur="500"/>
                                        <p:tgtEl>
                                          <p:spTgt spid="1640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27" dur="500"/>
                                        <p:tgtEl>
                                          <p:spTgt spid="1640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8" dur="500"/>
                                        <p:tgtEl>
                                          <p:spTgt spid="1640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750"/>
                            </p:stCondLst>
                            <p:childTnLst>
                              <p:par>
                                <p:cTn id="30" presetID="8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2" dur="500"/>
                                        <p:tgtEl>
                                          <p:spTgt spid="163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5" dur="500"/>
                                        <p:tgtEl>
                                          <p:spTgt spid="163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8" dur="500"/>
                                        <p:tgtEl>
                                          <p:spTgt spid="163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41" dur="500"/>
                                        <p:tgtEl>
                                          <p:spTgt spid="163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44" dur="500"/>
                                        <p:tgtEl>
                                          <p:spTgt spid="163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47" dur="500"/>
                                        <p:tgtEl>
                                          <p:spTgt spid="163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50" dur="500"/>
                                        <p:tgtEl>
                                          <p:spTgt spid="163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5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56" dur="500"/>
                                        <p:tgtEl>
                                          <p:spTgt spid="163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59" dur="500"/>
                                        <p:tgtEl>
                                          <p:spTgt spid="164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86" grpId="0" bldLvl="0" animBg="1"/>
      <p:bldP spid="16387" grpId="0" bldLvl="0"/>
      <p:bldP spid="16389" grpId="0" bldLvl="0" animBg="1"/>
      <p:bldP spid="16391" grpId="0" bldLvl="0" animBg="1"/>
      <p:bldP spid="16394" grpId="0" bldLvl="0"/>
      <p:bldP spid="16395" grpId="0" bldLvl="0"/>
      <p:bldP spid="16400" grpId="0" bldLvl="0"/>
      <p:bldP spid="16402" grpId="0" bldLvl="0"/>
      <p:bldP spid="16402" grpId="1" bldLvl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cxnSp>
        <p:nvCxnSpPr>
          <p:cNvPr id="3" name="直接连接符 2"/>
          <p:cNvCxnSpPr/>
          <p:nvPr/>
        </p:nvCxnSpPr>
        <p:spPr>
          <a:xfrm>
            <a:off x="2384425" y="1755775"/>
            <a:ext cx="7483475" cy="0"/>
          </a:xfrm>
          <a:prstGeom prst="line">
            <a:avLst/>
          </a:prstGeom>
          <a:ln w="38100">
            <a:solidFill>
              <a:srgbClr val="3C8A7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矩形 3"/>
          <p:cNvSpPr/>
          <p:nvPr/>
        </p:nvSpPr>
        <p:spPr>
          <a:xfrm>
            <a:off x="4248150" y="852488"/>
            <a:ext cx="3571875" cy="82994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pPr algn="ctr" fontAlgn="base"/>
            <a:r>
              <a:rPr lang="zh-CN" altLang="en-US" sz="4800" strike="noStrike" noProof="1">
                <a:solidFill>
                  <a:srgbClr val="3C8A7A"/>
                </a:solidFill>
                <a:uFillTx/>
                <a:latin typeface="黑体" panose="02010609060101010101" charset="-122"/>
                <a:ea typeface="黑体" panose="02010609060101010101" charset="-122"/>
                <a:cs typeface="+mn-cs"/>
              </a:rPr>
              <a:t>声  明</a:t>
            </a:r>
            <a:endParaRPr lang="zh-CN" altLang="en-US" sz="4800" strike="noStrike" noProof="1">
              <a:solidFill>
                <a:srgbClr val="3C8A7A"/>
              </a:solidFill>
              <a:uFillTx/>
              <a:latin typeface="黑体" panose="02010609060101010101" charset="-122"/>
              <a:ea typeface="黑体" panose="02010609060101010101" charset="-122"/>
              <a:cs typeface="+mn-cs"/>
            </a:endParaRPr>
          </a:p>
        </p:txBody>
      </p:sp>
      <p:sp>
        <p:nvSpPr>
          <p:cNvPr id="73731" name="文本框 4"/>
          <p:cNvSpPr txBox="1"/>
          <p:nvPr/>
        </p:nvSpPr>
        <p:spPr>
          <a:xfrm>
            <a:off x="1370013" y="1924050"/>
            <a:ext cx="9510712" cy="353758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pPr algn="just">
              <a:lnSpc>
                <a:spcPct val="140000"/>
              </a:lnSpc>
            </a:pPr>
            <a:r>
              <a:rPr lang="en-US" altLang="zh-CN" sz="3200" b="1">
                <a:solidFill>
                  <a:srgbClr val="3D8C77"/>
                </a:solidFill>
                <a:latin typeface="Calibri" panose="020F0502020204030204" charset="0"/>
                <a:ea typeface="宋体" panose="02010600030101010101" pitchFamily="2" charset="-122"/>
              </a:rPr>
              <a:t>         </a:t>
            </a:r>
            <a:r>
              <a:rPr lang="zh-CN" altLang="zh-CN" sz="3200" b="1">
                <a:solidFill>
                  <a:srgbClr val="3D8C77"/>
                </a:solidFill>
                <a:latin typeface="Calibri" panose="020F0502020204030204" charset="0"/>
                <a:ea typeface="宋体" panose="02010600030101010101" pitchFamily="2" charset="-122"/>
              </a:rPr>
              <a:t>本文件著作权为创作公司所有，仅限于教师教学及其他非商业性和非盈利性用途。如发现盗用、转卖、网络传播等侵权行为，本公司将依法追究其相应法律责任。</a:t>
            </a:r>
            <a:endParaRPr lang="zh-CN" altLang="zh-CN" sz="3200" b="1">
              <a:solidFill>
                <a:srgbClr val="3D8C77"/>
              </a:solidFill>
              <a:latin typeface="Calibri" panose="020F0502020204030204" charset="0"/>
              <a:ea typeface="宋体" panose="02010600030101010101" pitchFamily="2" charset="-122"/>
            </a:endParaRPr>
          </a:p>
          <a:p>
            <a:pPr algn="just">
              <a:lnSpc>
                <a:spcPct val="140000"/>
              </a:lnSpc>
            </a:pPr>
            <a:r>
              <a:rPr lang="zh-CN" altLang="zh-CN" sz="3200" b="1">
                <a:solidFill>
                  <a:srgbClr val="3D8C77"/>
                </a:solidFill>
                <a:latin typeface="Calibri" panose="020F0502020204030204" charset="0"/>
                <a:ea typeface="宋体" panose="02010600030101010101" pitchFamily="2" charset="-122"/>
              </a:rPr>
              <a:t>        部分素材选自网络，如有争议，请联系删改。</a:t>
            </a:r>
            <a:endParaRPr lang="zh-CN" altLang="zh-CN" sz="3200" b="1">
              <a:solidFill>
                <a:srgbClr val="3D8C77"/>
              </a:solidFill>
              <a:latin typeface="Calibri" panose="020F0502020204030204" charset="0"/>
              <a:ea typeface="宋体" panose="02010600030101010101" pitchFamily="2" charset="-122"/>
            </a:endParaRPr>
          </a:p>
        </p:txBody>
      </p:sp>
      <p:sp>
        <p:nvSpPr>
          <p:cNvPr id="73732" name="文本框 3"/>
          <p:cNvSpPr txBox="1"/>
          <p:nvPr/>
        </p:nvSpPr>
        <p:spPr>
          <a:xfrm>
            <a:off x="7358063" y="5629275"/>
            <a:ext cx="4027487" cy="52197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r>
              <a:rPr lang="zh-CN" altLang="en-US" sz="2800" b="1">
                <a:solidFill>
                  <a:srgbClr val="3D8C77"/>
                </a:solidFill>
                <a:latin typeface="仿宋" panose="02010609060101010101" charset="-122"/>
                <a:ea typeface="仿宋" panose="02010609060101010101" charset="-122"/>
              </a:rPr>
              <a:t> 湖北谦顺律师事务所</a:t>
            </a:r>
            <a:endParaRPr lang="zh-CN" altLang="en-US" sz="2800" b="1">
              <a:solidFill>
                <a:srgbClr val="3D8C77"/>
              </a:solidFill>
              <a:latin typeface="仿宋" panose="02010609060101010101" charset="-122"/>
              <a:ea typeface="仿宋" panose="02010609060101010101" charset="-122"/>
            </a:endParaRPr>
          </a:p>
        </p:txBody>
      </p:sp>
    </p:spTree>
    <p:custDataLst>
      <p:tags r:id="rId1"/>
    </p:custDataLst>
  </p:cSld>
  <p:clrMapOvr>
    <a:masterClrMapping/>
  </p:clrMapOvr>
  <p:transition>
    <p:random/>
  </p:transition>
</p:sld>
</file>

<file path=ppt/tags/tag1.xml><?xml version="1.0" encoding="utf-8"?>
<p:tagLst xmlns:p="http://schemas.openxmlformats.org/presentationml/2006/main">
  <p:tag name="KSO_WM_TEMPLATE_THUMBS_INDEX" val="1、2、3、6、8、10、11、12、15"/>
  <p:tag name="KSO_WM_TEMPLATE_SUBCATEGORY" val="0"/>
  <p:tag name="KSO_WM_TAG_VERSION" val="1.0"/>
  <p:tag name="KSO_WM_BEAUTIFY_FLAG" val="#wm#"/>
  <p:tag name="KSO_WM_TEMPLATE_CATEGORY" val="custom"/>
  <p:tag name="KSO_WM_TEMPLATE_INDEX" val="20187308"/>
</p:tagLst>
</file>

<file path=ppt/tags/tag2.xml><?xml version="1.0" encoding="utf-8"?>
<p:tagLst xmlns:p="http://schemas.openxmlformats.org/presentationml/2006/main">
  <p:tag name="KSO_WM_TEMPLATE_THUMBS_INDEX" val="1、2、3、6、8、10、11、12、15"/>
  <p:tag name="KSO_WM_TEMPLATE_SUBCATEGORY" val="0"/>
  <p:tag name="KSO_WM_TAG_VERSION" val="1.0"/>
  <p:tag name="KSO_WM_BEAUTIFY_FLAG" val="#wm#"/>
  <p:tag name="KSO_WM_TEMPLATE_CATEGORY" val="custom"/>
  <p:tag name="KSO_WM_TEMPLATE_INDEX" val="20187308"/>
</p:tagLst>
</file>

<file path=ppt/tags/tag3.xml><?xml version="1.0" encoding="utf-8"?>
<p:tagLst xmlns:p="http://schemas.openxmlformats.org/presentationml/2006/main">
  <p:tag name="KSO_WM_TEMPLATE_THUMBS_INDEX" val="1、2、3、6、8、10、11、12、15"/>
  <p:tag name="KSO_WM_SLIDE_ID" val="custom20187308_1"/>
  <p:tag name="KSO_WM_TEMPLATE_SUBCATEGORY" val="0"/>
  <p:tag name="KSO_WM_SLIDE_TYPE" val="title"/>
  <p:tag name="KSO_WM_SLIDE_SUBTYPE" val="pureTxt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187308"/>
  <p:tag name="KSO_WM_SLIDE_LAYOUT" val="a_b"/>
  <p:tag name="KSO_WM_SLIDE_LAYOUT_CNT" val="1_1"/>
</p:tagLst>
</file>

<file path=ppt/tags/tag4.xml><?xml version="1.0" encoding="utf-8"?>
<p:tagLst xmlns:p="http://schemas.openxmlformats.org/presentationml/2006/main">
  <p:tag name="KSO_WM_BEAUTIFY_FLAG" val="#wm#"/>
  <p:tag name="KSO_WM_TEMPLATE_CATEGORY" val="custom"/>
  <p:tag name="KSO_WM_TEMPLATE_INDEX" val="20187308"/>
</p:tagLst>
</file>

<file path=ppt/tags/tag5.xml><?xml version="1.0" encoding="utf-8"?>
<p:tagLst xmlns:p="http://schemas.openxmlformats.org/presentationml/2006/main">
  <p:tag name="KSO_WM_BEAUTIFY_FLAG" val="#wm#"/>
  <p:tag name="KSO_WM_TEMPLATE_CATEGORY" val="custom"/>
  <p:tag name="KSO_WM_TEMPLATE_INDEX" val="20187308"/>
</p:tagLst>
</file>

<file path=ppt/tags/tag6.xml><?xml version="1.0" encoding="utf-8"?>
<p:tagLst xmlns:p="http://schemas.openxmlformats.org/presentationml/2006/main">
  <p:tag name="KSO_WM_BEAUTIFY_FLAG" val="#wm#"/>
  <p:tag name="KSO_WM_TEMPLATE_CATEGORY" val="custom"/>
  <p:tag name="KSO_WM_TEMPLATE_INDEX" val="20187308"/>
</p:tagLst>
</file>

<file path=ppt/tags/tag7.xml><?xml version="1.0" encoding="utf-8"?>
<p:tagLst xmlns:p="http://schemas.openxmlformats.org/presentationml/2006/main">
  <p:tag name="KSO_WM_BEAUTIFY_FLAG" val="#wm#"/>
  <p:tag name="KSO_WM_TEMPLATE_CATEGORY" val="custom"/>
  <p:tag name="KSO_WM_TEMPLATE_INDEX" val="20187308"/>
</p:tagLst>
</file>

<file path=ppt/tags/tag8.xml><?xml version="1.0" encoding="utf-8"?>
<p:tagLst xmlns:p="http://schemas.openxmlformats.org/presentationml/2006/main">
  <p:tag name="KSO_WM_BEAUTIFY_FLAG" val="#wm#"/>
  <p:tag name="KSO_WM_TEMPLATE_CATEGORY" val="custom"/>
  <p:tag name="KSO_WM_TEMPLATE_INDEX" val="20187308"/>
</p:tagLst>
</file>

<file path=ppt/tags/tag9.xml><?xml version="1.0" encoding="utf-8"?>
<p:tagLst xmlns:p="http://schemas.openxmlformats.org/presentationml/2006/main">
  <p:tag name="KSO_WM_BEAUTIFY_FLAG" val="#wm#"/>
  <p:tag name="KSO_WM_TEMPLATE_CATEGORY" val="custom"/>
  <p:tag name="KSO_WM_TEMPLATE_INDEX" val="20187308"/>
</p:tagLst>
</file>

<file path=ppt/tags/tag10.xml><?xml version="1.0" encoding="utf-8"?>
<p:tagLst xmlns:p="http://schemas.openxmlformats.org/presentationml/2006/main">
  <p:tag name="KSO_WM_BEAUTIFY_FLAG" val="#wm#"/>
  <p:tag name="KSO_WM_TEMPLATE_CATEGORY" val="custom"/>
  <p:tag name="KSO_WM_TEMPLATE_INDEX" val="20187308"/>
</p:tagLst>
</file>

<file path=ppt/tags/tag11.xml><?xml version="1.0" encoding="utf-8"?>
<p:tagLst xmlns:p="http://schemas.openxmlformats.org/presentationml/2006/main">
  <p:tag name="KSO_WM_BEAUTIFY_FLAG" val="#wm#"/>
  <p:tag name="KSO_WM_TEMPLATE_CATEGORY" val="custom"/>
  <p:tag name="KSO_WM_TEMPLATE_INDEX" val="20187308"/>
</p:tagLst>
</file>

<file path=ppt/tags/tag12.xml><?xml version="1.0" encoding="utf-8"?>
<p:tagLst xmlns:p="http://schemas.openxmlformats.org/presentationml/2006/main">
  <p:tag name="KSO_WM_BEAUTIFY_FLAG" val="#wm#"/>
  <p:tag name="KSO_WM_TEMPLATE_CATEGORY" val="custom"/>
  <p:tag name="KSO_WM_TEMPLATE_INDEX" val="20187308"/>
</p:tagLst>
</file>

<file path=ppt/tags/tag13.xml><?xml version="1.0" encoding="utf-8"?>
<p:tagLst xmlns:p="http://schemas.openxmlformats.org/presentationml/2006/main">
  <p:tag name="KSO_WM_BEAUTIFY_FLAG" val="#wm#"/>
  <p:tag name="KSO_WM_TEMPLATE_CATEGORY" val="custom"/>
  <p:tag name="KSO_WM_TEMPLATE_INDEX" val="20187308"/>
</p:tagLst>
</file>

<file path=ppt/tags/tag14.xml><?xml version="1.0" encoding="utf-8"?>
<p:tagLst xmlns:p="http://schemas.openxmlformats.org/presentationml/2006/main">
  <p:tag name="KSO_WM_BEAUTIFY_FLAG" val="#wm#"/>
  <p:tag name="KSO_WM_TEMPLATE_CATEGORY" val="custom"/>
  <p:tag name="KSO_WM_TEMPLATE_INDEX" val="20187308"/>
</p:tagLst>
</file>

<file path=ppt/tags/tag15.xml><?xml version="1.0" encoding="utf-8"?>
<p:tagLst xmlns:p="http://schemas.openxmlformats.org/presentationml/2006/main">
  <p:tag name="KSO_WM_BEAUTIFY_FLAG" val="#wm#"/>
  <p:tag name="KSO_WM_TEMPLATE_CATEGORY" val="custom"/>
  <p:tag name="KSO_WM_TEMPLATE_INDEX" val="20187308"/>
</p:tagLst>
</file>

<file path=ppt/tags/tag16.xml><?xml version="1.0" encoding="utf-8"?>
<p:tagLst xmlns:p="http://schemas.openxmlformats.org/presentationml/2006/main">
  <p:tag name="KSO_WM_BEAUTIFY_FLAG" val="#wm#"/>
  <p:tag name="KSO_WM_TEMPLATE_CATEGORY" val="custom"/>
  <p:tag name="KSO_WM_TEMPLATE_INDEX" val="20187308"/>
</p:tagLst>
</file>

<file path=ppt/tags/tag17.xml><?xml version="1.0" encoding="utf-8"?>
<p:tagLst xmlns:p="http://schemas.openxmlformats.org/presentationml/2006/main">
  <p:tag name="KSO_WM_BEAUTIFY_FLAG" val="#wm#"/>
  <p:tag name="KSO_WM_TEMPLATE_CATEGORY" val="custom"/>
  <p:tag name="KSO_WM_TEMPLATE_INDEX" val="20187308"/>
</p:tagLst>
</file>

<file path=ppt/tags/tag18.xml><?xml version="1.0" encoding="utf-8"?>
<p:tagLst xmlns:p="http://schemas.openxmlformats.org/presentationml/2006/main">
  <p:tag name="KSO_WM_BEAUTIFY_FLAG" val="#wm#"/>
  <p:tag name="KSO_WM_TEMPLATE_CATEGORY" val="custom"/>
  <p:tag name="KSO_WM_TEMPLATE_INDEX" val="20187308"/>
</p:tagLst>
</file>

<file path=ppt/tags/tag19.xml><?xml version="1.0" encoding="utf-8"?>
<p:tagLst xmlns:p="http://schemas.openxmlformats.org/presentationml/2006/main">
  <p:tag name="KSO_WM_BEAUTIFY_FLAG" val="#wm#"/>
  <p:tag name="KSO_WM_TEMPLATE_CATEGORY" val="custom"/>
  <p:tag name="KSO_WM_TEMPLATE_INDEX" val="20187308"/>
</p:tagLst>
</file>

<file path=ppt/tags/tag20.xml><?xml version="1.0" encoding="utf-8"?>
<p:tagLst xmlns:p="http://schemas.openxmlformats.org/presentationml/2006/main">
  <p:tag name="KSO_WM_BEAUTIFY_FLAG" val="#wm#"/>
  <p:tag name="KSO_WM_TEMPLATE_CATEGORY" val="custom"/>
  <p:tag name="KSO_WM_TEMPLATE_INDEX" val="20187308"/>
</p:tagLst>
</file>

<file path=ppt/tags/tag21.xml><?xml version="1.0" encoding="utf-8"?>
<p:tagLst xmlns:p="http://schemas.openxmlformats.org/presentationml/2006/main">
  <p:tag name="KSO_WM_BEAUTIFY_FLAG" val="#wm#"/>
  <p:tag name="KSO_WM_TEMPLATE_CATEGORY" val="custom"/>
  <p:tag name="KSO_WM_TEMPLATE_INDEX" val="20187308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1198</Words>
  <Application>WPS 演示</Application>
  <PresentationFormat>宽屏</PresentationFormat>
  <Paragraphs>360</Paragraphs>
  <Slides>19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17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19</vt:i4>
      </vt:variant>
    </vt:vector>
  </HeadingPairs>
  <TitlesOfParts>
    <vt:vector size="38" baseType="lpstr">
      <vt:lpstr>Arial</vt:lpstr>
      <vt:lpstr>宋体</vt:lpstr>
      <vt:lpstr>Wingdings</vt:lpstr>
      <vt:lpstr>微软雅黑</vt:lpstr>
      <vt:lpstr>华康勘亭流W9</vt:lpstr>
      <vt:lpstr>黑体</vt:lpstr>
      <vt:lpstr>楷体</vt:lpstr>
      <vt:lpstr>GB Pinyinok-D</vt:lpstr>
      <vt:lpstr>Times New Roman</vt:lpstr>
      <vt:lpstr>楷体_GB2312</vt:lpstr>
      <vt:lpstr>汉仪中楷简</vt:lpstr>
      <vt:lpstr>隶书</vt:lpstr>
      <vt:lpstr>文鼎ＰＯＰ－４</vt:lpstr>
      <vt:lpstr>仿宋</vt:lpstr>
      <vt:lpstr>E-B7</vt:lpstr>
      <vt:lpstr>Calibri</vt:lpstr>
      <vt:lpstr>Arial Unicode MS</vt:lpstr>
      <vt:lpstr>Office 主题​​</vt:lpstr>
      <vt:lpstr>1_Office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Administrator</cp:lastModifiedBy>
  <cp:revision>41</cp:revision>
  <dcterms:created xsi:type="dcterms:W3CDTF">2019-07-25T07:23:00Z</dcterms:created>
  <dcterms:modified xsi:type="dcterms:W3CDTF">2019-12-18T11:45:44Z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2052-11.1.0.9305</vt:lpwstr>
  </property>
</Properties>
</file>